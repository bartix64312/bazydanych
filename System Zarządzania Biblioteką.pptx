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6280" autoAdjust="0"/>
  </p:normalViewPr>
  <p:slideViewPr>
    <p:cSldViewPr snapToGrid="0">
      <p:cViewPr varScale="1">
        <p:scale>
          <a:sx n="61" d="100"/>
          <a:sy n="61" d="100"/>
        </p:scale>
        <p:origin x="5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BFFC7D-3C2D-4DCF-9197-8E9E79D129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922C8C-7E54-46E3-A7D5-F2CCB01FF071}">
      <dgm:prSet/>
      <dgm:spPr/>
      <dgm:t>
        <a:bodyPr/>
        <a:lstStyle/>
        <a:p>
          <a:r>
            <a:rPr lang="pl-PL" noProof="0" dirty="0"/>
            <a:t>1. Zasoby:</a:t>
          </a:r>
        </a:p>
      </dgm:t>
    </dgm:pt>
    <dgm:pt modelId="{7CDEDDCC-679B-4A40-B219-92B1333B75DD}" type="parTrans" cxnId="{996E5B66-C231-4055-8FC9-A0A0769898DE}">
      <dgm:prSet/>
      <dgm:spPr/>
      <dgm:t>
        <a:bodyPr/>
        <a:lstStyle/>
        <a:p>
          <a:endParaRPr lang="en-US"/>
        </a:p>
      </dgm:t>
    </dgm:pt>
    <dgm:pt modelId="{05062FD2-98D8-433D-8526-78CFF6EA7A85}" type="sibTrans" cxnId="{996E5B66-C231-4055-8FC9-A0A0769898DE}">
      <dgm:prSet/>
      <dgm:spPr/>
      <dgm:t>
        <a:bodyPr/>
        <a:lstStyle/>
        <a:p>
          <a:endParaRPr lang="en-US"/>
        </a:p>
      </dgm:t>
    </dgm:pt>
    <dgm:pt modelId="{217E24B3-23B2-4B43-8BC7-88057D5D6DC8}">
      <dgm:prSet/>
      <dgm:spPr/>
      <dgm:t>
        <a:bodyPr/>
        <a:lstStyle/>
        <a:p>
          <a:r>
            <a:rPr lang="pl-PL" noProof="0" dirty="0"/>
            <a:t>- Ksiazki (Magazyn)</a:t>
          </a:r>
        </a:p>
      </dgm:t>
    </dgm:pt>
    <dgm:pt modelId="{E8C389D7-90D5-4ED8-9D38-5B23BA3E9945}" type="parTrans" cxnId="{F3A6A83C-5FA1-4834-BB21-C72761865E04}">
      <dgm:prSet/>
      <dgm:spPr/>
      <dgm:t>
        <a:bodyPr/>
        <a:lstStyle/>
        <a:p>
          <a:endParaRPr lang="en-US"/>
        </a:p>
      </dgm:t>
    </dgm:pt>
    <dgm:pt modelId="{112E7160-A200-47AD-AC6C-4FD23F847F38}" type="sibTrans" cxnId="{F3A6A83C-5FA1-4834-BB21-C72761865E04}">
      <dgm:prSet/>
      <dgm:spPr/>
      <dgm:t>
        <a:bodyPr/>
        <a:lstStyle/>
        <a:p>
          <a:endParaRPr lang="en-US"/>
        </a:p>
      </dgm:t>
    </dgm:pt>
    <dgm:pt modelId="{6B6D5020-6929-4200-B7B5-52A79AC0905E}">
      <dgm:prSet/>
      <dgm:spPr/>
      <dgm:t>
        <a:bodyPr/>
        <a:lstStyle/>
        <a:p>
          <a:r>
            <a:rPr lang="pl-PL" noProof="0" dirty="0"/>
            <a:t>- Filie (Lokalizacje)</a:t>
          </a:r>
        </a:p>
      </dgm:t>
    </dgm:pt>
    <dgm:pt modelId="{112A4EB4-5C83-4E9E-8314-575C3E5FCFEF}" type="parTrans" cxnId="{80D52E9A-1177-4C40-A644-DDD64D763B9F}">
      <dgm:prSet/>
      <dgm:spPr/>
      <dgm:t>
        <a:bodyPr/>
        <a:lstStyle/>
        <a:p>
          <a:endParaRPr lang="en-US"/>
        </a:p>
      </dgm:t>
    </dgm:pt>
    <dgm:pt modelId="{5E08593D-A4F3-4FF4-8B66-EC34F9DF7C14}" type="sibTrans" cxnId="{80D52E9A-1177-4C40-A644-DDD64D763B9F}">
      <dgm:prSet/>
      <dgm:spPr/>
      <dgm:t>
        <a:bodyPr/>
        <a:lstStyle/>
        <a:p>
          <a:endParaRPr lang="en-US"/>
        </a:p>
      </dgm:t>
    </dgm:pt>
    <dgm:pt modelId="{983F40E4-01D5-49A7-A2CA-120A0B67765C}">
      <dgm:prSet/>
      <dgm:spPr/>
      <dgm:t>
        <a:bodyPr/>
        <a:lstStyle/>
        <a:p>
          <a:r>
            <a:rPr lang="pl-PL" noProof="0" dirty="0"/>
            <a:t>- Kategorie (Gatunki)</a:t>
          </a:r>
        </a:p>
      </dgm:t>
    </dgm:pt>
    <dgm:pt modelId="{6E68BB13-0F67-415F-ADA7-0FCBB1647876}" type="parTrans" cxnId="{FA8E0780-1C36-4E9C-BCB0-9304FAC5E9DC}">
      <dgm:prSet/>
      <dgm:spPr/>
      <dgm:t>
        <a:bodyPr/>
        <a:lstStyle/>
        <a:p>
          <a:endParaRPr lang="en-US"/>
        </a:p>
      </dgm:t>
    </dgm:pt>
    <dgm:pt modelId="{B2A188D5-5270-4AC3-B496-7F7327222823}" type="sibTrans" cxnId="{FA8E0780-1C36-4E9C-BCB0-9304FAC5E9DC}">
      <dgm:prSet/>
      <dgm:spPr/>
      <dgm:t>
        <a:bodyPr/>
        <a:lstStyle/>
        <a:p>
          <a:endParaRPr lang="en-US"/>
        </a:p>
      </dgm:t>
    </dgm:pt>
    <dgm:pt modelId="{E9E936D1-A5D0-4357-894E-572C9A5F938C}">
      <dgm:prSet/>
      <dgm:spPr/>
      <dgm:t>
        <a:bodyPr/>
        <a:lstStyle/>
        <a:p>
          <a:r>
            <a:rPr lang="pl-PL" noProof="0" dirty="0"/>
            <a:t>2. Użytkownicy:</a:t>
          </a:r>
        </a:p>
      </dgm:t>
    </dgm:pt>
    <dgm:pt modelId="{F456E123-B3DC-4D0D-919D-6FC8942C9D92}" type="parTrans" cxnId="{0A819BB4-474C-45FD-A2FA-6A7541EA7FE8}">
      <dgm:prSet/>
      <dgm:spPr/>
      <dgm:t>
        <a:bodyPr/>
        <a:lstStyle/>
        <a:p>
          <a:endParaRPr lang="en-US"/>
        </a:p>
      </dgm:t>
    </dgm:pt>
    <dgm:pt modelId="{B9875996-7154-4646-A1BC-9D7B0DF23B7E}" type="sibTrans" cxnId="{0A819BB4-474C-45FD-A2FA-6A7541EA7FE8}">
      <dgm:prSet/>
      <dgm:spPr/>
      <dgm:t>
        <a:bodyPr/>
        <a:lstStyle/>
        <a:p>
          <a:endParaRPr lang="en-US"/>
        </a:p>
      </dgm:t>
    </dgm:pt>
    <dgm:pt modelId="{9EA0C242-DB15-4513-A0DF-7E59F5C969AE}">
      <dgm:prSet/>
      <dgm:spPr/>
      <dgm:t>
        <a:bodyPr/>
        <a:lstStyle/>
        <a:p>
          <a:r>
            <a:rPr lang="pl-PL" noProof="0" dirty="0"/>
            <a:t>- Dane osobowe, hasła (hash)</a:t>
          </a:r>
        </a:p>
      </dgm:t>
    </dgm:pt>
    <dgm:pt modelId="{2DBBBEC4-6475-4766-B64C-A094626723EB}" type="parTrans" cxnId="{0DAD8BD0-56F9-4BAF-B705-88282224F452}">
      <dgm:prSet/>
      <dgm:spPr/>
      <dgm:t>
        <a:bodyPr/>
        <a:lstStyle/>
        <a:p>
          <a:endParaRPr lang="en-US"/>
        </a:p>
      </dgm:t>
    </dgm:pt>
    <dgm:pt modelId="{6E2F13D7-1B8A-4325-88D3-0FE079B5799E}" type="sibTrans" cxnId="{0DAD8BD0-56F9-4BAF-B705-88282224F452}">
      <dgm:prSet/>
      <dgm:spPr/>
      <dgm:t>
        <a:bodyPr/>
        <a:lstStyle/>
        <a:p>
          <a:endParaRPr lang="en-US"/>
        </a:p>
      </dgm:t>
    </dgm:pt>
    <dgm:pt modelId="{A918959E-8456-4D1F-8C24-B5FCAE2864E1}">
      <dgm:prSet/>
      <dgm:spPr/>
      <dgm:t>
        <a:bodyPr/>
        <a:lstStyle/>
        <a:p>
          <a:r>
            <a:rPr lang="pl-PL" noProof="0" dirty="0"/>
            <a:t>3. Logika Biznesowa:</a:t>
          </a:r>
        </a:p>
      </dgm:t>
    </dgm:pt>
    <dgm:pt modelId="{81D20AAD-CC87-4A4B-92F1-92FA7577090A}" type="parTrans" cxnId="{40D3BF5E-5C10-495C-92DC-2257DBB41EC0}">
      <dgm:prSet/>
      <dgm:spPr/>
      <dgm:t>
        <a:bodyPr/>
        <a:lstStyle/>
        <a:p>
          <a:endParaRPr lang="en-US"/>
        </a:p>
      </dgm:t>
    </dgm:pt>
    <dgm:pt modelId="{8CBF163D-22B7-4B1C-B946-52B022047898}" type="sibTrans" cxnId="{40D3BF5E-5C10-495C-92DC-2257DBB41EC0}">
      <dgm:prSet/>
      <dgm:spPr/>
      <dgm:t>
        <a:bodyPr/>
        <a:lstStyle/>
        <a:p>
          <a:endParaRPr lang="en-US"/>
        </a:p>
      </dgm:t>
    </dgm:pt>
    <dgm:pt modelId="{D241E0E9-F423-4BF5-A84F-0D3EEC04DA7C}">
      <dgm:prSet/>
      <dgm:spPr/>
      <dgm:t>
        <a:bodyPr/>
        <a:lstStyle/>
        <a:p>
          <a:r>
            <a:rPr lang="pl-PL" noProof="0" dirty="0"/>
            <a:t>- Wypozyczenia, Zwroty, Rezerwacje</a:t>
          </a:r>
        </a:p>
      </dgm:t>
    </dgm:pt>
    <dgm:pt modelId="{A8AAE0F7-B3B2-42DA-BEA5-21F860775BCA}" type="parTrans" cxnId="{4AFC5E8A-B680-4183-B39A-03A060AD1CD5}">
      <dgm:prSet/>
      <dgm:spPr/>
      <dgm:t>
        <a:bodyPr/>
        <a:lstStyle/>
        <a:p>
          <a:endParaRPr lang="en-US"/>
        </a:p>
      </dgm:t>
    </dgm:pt>
    <dgm:pt modelId="{DAE60313-3904-40C7-BC10-A22C756F22F7}" type="sibTrans" cxnId="{4AFC5E8A-B680-4183-B39A-03A060AD1CD5}">
      <dgm:prSet/>
      <dgm:spPr/>
      <dgm:t>
        <a:bodyPr/>
        <a:lstStyle/>
        <a:p>
          <a:endParaRPr lang="en-US"/>
        </a:p>
      </dgm:t>
    </dgm:pt>
    <dgm:pt modelId="{63E9840D-6C78-4201-BC55-0C73F11B1979}">
      <dgm:prSet/>
      <dgm:spPr/>
      <dgm:t>
        <a:bodyPr/>
        <a:lstStyle/>
        <a:p>
          <a:r>
            <a:rPr lang="pl-PL" noProof="0" dirty="0"/>
            <a:t>4. Kontrola:</a:t>
          </a:r>
        </a:p>
      </dgm:t>
    </dgm:pt>
    <dgm:pt modelId="{960603AE-EE94-4B8A-BC0C-3B3C2A86B779}" type="parTrans" cxnId="{56EB99E0-8A71-4291-8E2F-F078CA14E303}">
      <dgm:prSet/>
      <dgm:spPr/>
      <dgm:t>
        <a:bodyPr/>
        <a:lstStyle/>
        <a:p>
          <a:endParaRPr lang="en-US"/>
        </a:p>
      </dgm:t>
    </dgm:pt>
    <dgm:pt modelId="{63F299E1-6765-4894-A895-05CED8BD99AC}" type="sibTrans" cxnId="{56EB99E0-8A71-4291-8E2F-F078CA14E303}">
      <dgm:prSet/>
      <dgm:spPr/>
      <dgm:t>
        <a:bodyPr/>
        <a:lstStyle/>
        <a:p>
          <a:endParaRPr lang="en-US"/>
        </a:p>
      </dgm:t>
    </dgm:pt>
    <dgm:pt modelId="{4004B64D-E9E5-4A0A-82AB-2A551908B445}">
      <dgm:prSet/>
      <dgm:spPr/>
      <dgm:t>
        <a:bodyPr/>
        <a:lstStyle/>
        <a:p>
          <a:r>
            <a:rPr lang="pl-PL" noProof="0" dirty="0"/>
            <a:t>- Kary, Komentarze, Wejścia</a:t>
          </a:r>
        </a:p>
      </dgm:t>
    </dgm:pt>
    <dgm:pt modelId="{EF50E784-376A-4397-84F0-D77B8E0E31B9}" type="parTrans" cxnId="{2CDDA7B5-A7E9-4B85-ACBD-90151232E10A}">
      <dgm:prSet/>
      <dgm:spPr/>
      <dgm:t>
        <a:bodyPr/>
        <a:lstStyle/>
        <a:p>
          <a:endParaRPr lang="en-US"/>
        </a:p>
      </dgm:t>
    </dgm:pt>
    <dgm:pt modelId="{371C8E0D-0CBB-4C12-A326-90B964201E0C}" type="sibTrans" cxnId="{2CDDA7B5-A7E9-4B85-ACBD-90151232E10A}">
      <dgm:prSet/>
      <dgm:spPr/>
      <dgm:t>
        <a:bodyPr/>
        <a:lstStyle/>
        <a:p>
          <a:endParaRPr lang="en-US"/>
        </a:p>
      </dgm:t>
    </dgm:pt>
    <dgm:pt modelId="{63FDD998-6914-4698-A3EA-D356BAA6F536}" type="pres">
      <dgm:prSet presAssocID="{B2BFFC7D-3C2D-4DCF-9197-8E9E79D12975}" presName="root" presStyleCnt="0">
        <dgm:presLayoutVars>
          <dgm:dir/>
          <dgm:resizeHandles val="exact"/>
        </dgm:presLayoutVars>
      </dgm:prSet>
      <dgm:spPr/>
    </dgm:pt>
    <dgm:pt modelId="{FE5FC212-EDB1-4E1B-A6B8-6C5268105502}" type="pres">
      <dgm:prSet presAssocID="{AE922C8C-7E54-46E3-A7D5-F2CCB01FF071}" presName="compNode" presStyleCnt="0"/>
      <dgm:spPr/>
    </dgm:pt>
    <dgm:pt modelId="{14657D82-30B8-41FF-8BAD-9C5E33D74CAB}" type="pres">
      <dgm:prSet presAssocID="{AE922C8C-7E54-46E3-A7D5-F2CCB01FF071}" presName="bgRect" presStyleLbl="bgShp" presStyleIdx="0" presStyleCnt="4"/>
      <dgm:spPr/>
    </dgm:pt>
    <dgm:pt modelId="{AB41BD09-BB14-4386-96C2-982FEA96E592}" type="pres">
      <dgm:prSet presAssocID="{AE922C8C-7E54-46E3-A7D5-F2CCB01FF0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zeta"/>
        </a:ext>
      </dgm:extLst>
    </dgm:pt>
    <dgm:pt modelId="{BC19BFBA-B8C4-415A-A408-B53D90F5F8E3}" type="pres">
      <dgm:prSet presAssocID="{AE922C8C-7E54-46E3-A7D5-F2CCB01FF071}" presName="spaceRect" presStyleCnt="0"/>
      <dgm:spPr/>
    </dgm:pt>
    <dgm:pt modelId="{5B95995A-A2B3-4D41-A67F-49332C53D216}" type="pres">
      <dgm:prSet presAssocID="{AE922C8C-7E54-46E3-A7D5-F2CCB01FF071}" presName="parTx" presStyleLbl="revTx" presStyleIdx="0" presStyleCnt="8">
        <dgm:presLayoutVars>
          <dgm:chMax val="0"/>
          <dgm:chPref val="0"/>
        </dgm:presLayoutVars>
      </dgm:prSet>
      <dgm:spPr/>
    </dgm:pt>
    <dgm:pt modelId="{0CCBEFF9-C1C2-4C82-989A-F71B9C69431A}" type="pres">
      <dgm:prSet presAssocID="{AE922C8C-7E54-46E3-A7D5-F2CCB01FF071}" presName="desTx" presStyleLbl="revTx" presStyleIdx="1" presStyleCnt="8">
        <dgm:presLayoutVars/>
      </dgm:prSet>
      <dgm:spPr/>
    </dgm:pt>
    <dgm:pt modelId="{2B4C9054-2673-4796-8252-724EA2909AAD}" type="pres">
      <dgm:prSet presAssocID="{05062FD2-98D8-433D-8526-78CFF6EA7A85}" presName="sibTrans" presStyleCnt="0"/>
      <dgm:spPr/>
    </dgm:pt>
    <dgm:pt modelId="{91056217-7CE0-4558-B4E8-2BC72A68272A}" type="pres">
      <dgm:prSet presAssocID="{E9E936D1-A5D0-4357-894E-572C9A5F938C}" presName="compNode" presStyleCnt="0"/>
      <dgm:spPr/>
    </dgm:pt>
    <dgm:pt modelId="{C898D591-E3DC-429D-AA5B-85DC82A8457E}" type="pres">
      <dgm:prSet presAssocID="{E9E936D1-A5D0-4357-894E-572C9A5F938C}" presName="bgRect" presStyleLbl="bgShp" presStyleIdx="1" presStyleCnt="4"/>
      <dgm:spPr/>
    </dgm:pt>
    <dgm:pt modelId="{5788548D-A489-41BE-B2B2-8090BE23CCBE}" type="pres">
      <dgm:prSet presAssocID="{E9E936D1-A5D0-4357-894E-572C9A5F93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iszczarka"/>
        </a:ext>
      </dgm:extLst>
    </dgm:pt>
    <dgm:pt modelId="{ACB0634A-41EC-4B21-B816-E7FCD1998F99}" type="pres">
      <dgm:prSet presAssocID="{E9E936D1-A5D0-4357-894E-572C9A5F938C}" presName="spaceRect" presStyleCnt="0"/>
      <dgm:spPr/>
    </dgm:pt>
    <dgm:pt modelId="{9A0D7F8A-E9AE-498D-AA05-16E142FAA492}" type="pres">
      <dgm:prSet presAssocID="{E9E936D1-A5D0-4357-894E-572C9A5F938C}" presName="parTx" presStyleLbl="revTx" presStyleIdx="2" presStyleCnt="8">
        <dgm:presLayoutVars>
          <dgm:chMax val="0"/>
          <dgm:chPref val="0"/>
        </dgm:presLayoutVars>
      </dgm:prSet>
      <dgm:spPr/>
    </dgm:pt>
    <dgm:pt modelId="{6012F3D9-E272-4D75-8C97-ED4BC4AC25C9}" type="pres">
      <dgm:prSet presAssocID="{E9E936D1-A5D0-4357-894E-572C9A5F938C}" presName="desTx" presStyleLbl="revTx" presStyleIdx="3" presStyleCnt="8">
        <dgm:presLayoutVars/>
      </dgm:prSet>
      <dgm:spPr/>
    </dgm:pt>
    <dgm:pt modelId="{2D8350A6-BEE5-47E3-9BD0-84319124B023}" type="pres">
      <dgm:prSet presAssocID="{B9875996-7154-4646-A1BC-9D7B0DF23B7E}" presName="sibTrans" presStyleCnt="0"/>
      <dgm:spPr/>
    </dgm:pt>
    <dgm:pt modelId="{6D4B301D-FAD4-4B89-959A-21C99D7CFDBD}" type="pres">
      <dgm:prSet presAssocID="{A918959E-8456-4D1F-8C24-B5FCAE2864E1}" presName="compNode" presStyleCnt="0"/>
      <dgm:spPr/>
    </dgm:pt>
    <dgm:pt modelId="{A93FFF9A-12FC-4405-9EE0-E9ABA049FCBE}" type="pres">
      <dgm:prSet presAssocID="{A918959E-8456-4D1F-8C24-B5FCAE2864E1}" presName="bgRect" presStyleLbl="bgShp" presStyleIdx="2" presStyleCnt="4"/>
      <dgm:spPr/>
    </dgm:pt>
    <dgm:pt modelId="{10B1846B-32B3-43FF-B591-9F7E9775D1F9}" type="pres">
      <dgm:prSet presAssocID="{A918959E-8456-4D1F-8C24-B5FCAE2864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03A402C-A290-4492-A3FB-40DBCF963BCA}" type="pres">
      <dgm:prSet presAssocID="{A918959E-8456-4D1F-8C24-B5FCAE2864E1}" presName="spaceRect" presStyleCnt="0"/>
      <dgm:spPr/>
    </dgm:pt>
    <dgm:pt modelId="{8654984D-698A-4075-A7D7-10538FA3B71B}" type="pres">
      <dgm:prSet presAssocID="{A918959E-8456-4D1F-8C24-B5FCAE2864E1}" presName="parTx" presStyleLbl="revTx" presStyleIdx="4" presStyleCnt="8">
        <dgm:presLayoutVars>
          <dgm:chMax val="0"/>
          <dgm:chPref val="0"/>
        </dgm:presLayoutVars>
      </dgm:prSet>
      <dgm:spPr/>
    </dgm:pt>
    <dgm:pt modelId="{0B2E8381-E5A4-425D-9CAA-EFC947D09AD9}" type="pres">
      <dgm:prSet presAssocID="{A918959E-8456-4D1F-8C24-B5FCAE2864E1}" presName="desTx" presStyleLbl="revTx" presStyleIdx="5" presStyleCnt="8">
        <dgm:presLayoutVars/>
      </dgm:prSet>
      <dgm:spPr/>
    </dgm:pt>
    <dgm:pt modelId="{E8EFC78F-3529-4B7D-95AD-E121D1A7B29B}" type="pres">
      <dgm:prSet presAssocID="{8CBF163D-22B7-4B1C-B946-52B022047898}" presName="sibTrans" presStyleCnt="0"/>
      <dgm:spPr/>
    </dgm:pt>
    <dgm:pt modelId="{0B2597C9-9540-4EEF-929C-F0B0C6B2C7D0}" type="pres">
      <dgm:prSet presAssocID="{63E9840D-6C78-4201-BC55-0C73F11B1979}" presName="compNode" presStyleCnt="0"/>
      <dgm:spPr/>
    </dgm:pt>
    <dgm:pt modelId="{CD18ACDF-9D4C-474E-AA29-41D0676D9B72}" type="pres">
      <dgm:prSet presAssocID="{63E9840D-6C78-4201-BC55-0C73F11B1979}" presName="bgRect" presStyleLbl="bgShp" presStyleIdx="3" presStyleCnt="4"/>
      <dgm:spPr/>
    </dgm:pt>
    <dgm:pt modelId="{F70E50C5-B14B-49CF-9624-75851AE25CD5}" type="pres">
      <dgm:prSet presAssocID="{63E9840D-6C78-4201-BC55-0C73F11B19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ędzia"/>
        </a:ext>
      </dgm:extLst>
    </dgm:pt>
    <dgm:pt modelId="{B7A00C43-5F65-4EFF-9229-AF30F0BD44E6}" type="pres">
      <dgm:prSet presAssocID="{63E9840D-6C78-4201-BC55-0C73F11B1979}" presName="spaceRect" presStyleCnt="0"/>
      <dgm:spPr/>
    </dgm:pt>
    <dgm:pt modelId="{5D8B5752-C990-45F2-87B2-A117766F91AC}" type="pres">
      <dgm:prSet presAssocID="{63E9840D-6C78-4201-BC55-0C73F11B1979}" presName="parTx" presStyleLbl="revTx" presStyleIdx="6" presStyleCnt="8">
        <dgm:presLayoutVars>
          <dgm:chMax val="0"/>
          <dgm:chPref val="0"/>
        </dgm:presLayoutVars>
      </dgm:prSet>
      <dgm:spPr/>
    </dgm:pt>
    <dgm:pt modelId="{15510CCE-7514-46E5-A338-6A69D7D994B4}" type="pres">
      <dgm:prSet presAssocID="{63E9840D-6C78-4201-BC55-0C73F11B1979}" presName="desTx" presStyleLbl="revTx" presStyleIdx="7" presStyleCnt="8">
        <dgm:presLayoutVars/>
      </dgm:prSet>
      <dgm:spPr/>
    </dgm:pt>
  </dgm:ptLst>
  <dgm:cxnLst>
    <dgm:cxn modelId="{7392403A-6882-41D0-8513-2471B4AAB242}" type="presOf" srcId="{4004B64D-E9E5-4A0A-82AB-2A551908B445}" destId="{15510CCE-7514-46E5-A338-6A69D7D994B4}" srcOrd="0" destOrd="0" presId="urn:microsoft.com/office/officeart/2018/2/layout/IconVerticalSolidList"/>
    <dgm:cxn modelId="{0F7AC33B-4A73-4D1C-AF09-334BC2BBD248}" type="presOf" srcId="{217E24B3-23B2-4B43-8BC7-88057D5D6DC8}" destId="{0CCBEFF9-C1C2-4C82-989A-F71B9C69431A}" srcOrd="0" destOrd="0" presId="urn:microsoft.com/office/officeart/2018/2/layout/IconVerticalSolidList"/>
    <dgm:cxn modelId="{F3A6A83C-5FA1-4834-BB21-C72761865E04}" srcId="{AE922C8C-7E54-46E3-A7D5-F2CCB01FF071}" destId="{217E24B3-23B2-4B43-8BC7-88057D5D6DC8}" srcOrd="0" destOrd="0" parTransId="{E8C389D7-90D5-4ED8-9D38-5B23BA3E9945}" sibTransId="{112E7160-A200-47AD-AC6C-4FD23F847F38}"/>
    <dgm:cxn modelId="{40D3BF5E-5C10-495C-92DC-2257DBB41EC0}" srcId="{B2BFFC7D-3C2D-4DCF-9197-8E9E79D12975}" destId="{A918959E-8456-4D1F-8C24-B5FCAE2864E1}" srcOrd="2" destOrd="0" parTransId="{81D20AAD-CC87-4A4B-92F1-92FA7577090A}" sibTransId="{8CBF163D-22B7-4B1C-B946-52B022047898}"/>
    <dgm:cxn modelId="{996E5B66-C231-4055-8FC9-A0A0769898DE}" srcId="{B2BFFC7D-3C2D-4DCF-9197-8E9E79D12975}" destId="{AE922C8C-7E54-46E3-A7D5-F2CCB01FF071}" srcOrd="0" destOrd="0" parTransId="{7CDEDDCC-679B-4A40-B219-92B1333B75DD}" sibTransId="{05062FD2-98D8-433D-8526-78CFF6EA7A85}"/>
    <dgm:cxn modelId="{6B09EC52-5582-4F13-962C-CBC4F13FBFE6}" type="presOf" srcId="{B2BFFC7D-3C2D-4DCF-9197-8E9E79D12975}" destId="{63FDD998-6914-4698-A3EA-D356BAA6F536}" srcOrd="0" destOrd="0" presId="urn:microsoft.com/office/officeart/2018/2/layout/IconVerticalSolidList"/>
    <dgm:cxn modelId="{FA8E0780-1C36-4E9C-BCB0-9304FAC5E9DC}" srcId="{AE922C8C-7E54-46E3-A7D5-F2CCB01FF071}" destId="{983F40E4-01D5-49A7-A2CA-120A0B67765C}" srcOrd="2" destOrd="0" parTransId="{6E68BB13-0F67-415F-ADA7-0FCBB1647876}" sibTransId="{B2A188D5-5270-4AC3-B496-7F7327222823}"/>
    <dgm:cxn modelId="{B8605985-1321-4466-8AB8-25A1F10E3E47}" type="presOf" srcId="{E9E936D1-A5D0-4357-894E-572C9A5F938C}" destId="{9A0D7F8A-E9AE-498D-AA05-16E142FAA492}" srcOrd="0" destOrd="0" presId="urn:microsoft.com/office/officeart/2018/2/layout/IconVerticalSolidList"/>
    <dgm:cxn modelId="{4AFC5E8A-B680-4183-B39A-03A060AD1CD5}" srcId="{A918959E-8456-4D1F-8C24-B5FCAE2864E1}" destId="{D241E0E9-F423-4BF5-A84F-0D3EEC04DA7C}" srcOrd="0" destOrd="0" parTransId="{A8AAE0F7-B3B2-42DA-BEA5-21F860775BCA}" sibTransId="{DAE60313-3904-40C7-BC10-A22C756F22F7}"/>
    <dgm:cxn modelId="{80D52E9A-1177-4C40-A644-DDD64D763B9F}" srcId="{AE922C8C-7E54-46E3-A7D5-F2CCB01FF071}" destId="{6B6D5020-6929-4200-B7B5-52A79AC0905E}" srcOrd="1" destOrd="0" parTransId="{112A4EB4-5C83-4E9E-8314-575C3E5FCFEF}" sibTransId="{5E08593D-A4F3-4FF4-8B66-EC34F9DF7C14}"/>
    <dgm:cxn modelId="{0B7B4A9B-4855-4544-9312-8AA1EF2239F5}" type="presOf" srcId="{63E9840D-6C78-4201-BC55-0C73F11B1979}" destId="{5D8B5752-C990-45F2-87B2-A117766F91AC}" srcOrd="0" destOrd="0" presId="urn:microsoft.com/office/officeart/2018/2/layout/IconVerticalSolidList"/>
    <dgm:cxn modelId="{F980649D-8403-49BE-BF35-FFEBDAAAE088}" type="presOf" srcId="{6B6D5020-6929-4200-B7B5-52A79AC0905E}" destId="{0CCBEFF9-C1C2-4C82-989A-F71B9C69431A}" srcOrd="0" destOrd="1" presId="urn:microsoft.com/office/officeart/2018/2/layout/IconVerticalSolidList"/>
    <dgm:cxn modelId="{D9DFF99F-1EAA-4142-BBD2-F43DB557CF7C}" type="presOf" srcId="{983F40E4-01D5-49A7-A2CA-120A0B67765C}" destId="{0CCBEFF9-C1C2-4C82-989A-F71B9C69431A}" srcOrd="0" destOrd="2" presId="urn:microsoft.com/office/officeart/2018/2/layout/IconVerticalSolidList"/>
    <dgm:cxn modelId="{F7ED96A9-AF9D-48FD-8EB5-A1F5C583A3FB}" type="presOf" srcId="{AE922C8C-7E54-46E3-A7D5-F2CCB01FF071}" destId="{5B95995A-A2B3-4D41-A67F-49332C53D216}" srcOrd="0" destOrd="0" presId="urn:microsoft.com/office/officeart/2018/2/layout/IconVerticalSolidList"/>
    <dgm:cxn modelId="{A63428AF-0B8B-44E6-9D46-7A56715EC522}" type="presOf" srcId="{A918959E-8456-4D1F-8C24-B5FCAE2864E1}" destId="{8654984D-698A-4075-A7D7-10538FA3B71B}" srcOrd="0" destOrd="0" presId="urn:microsoft.com/office/officeart/2018/2/layout/IconVerticalSolidList"/>
    <dgm:cxn modelId="{0A819BB4-474C-45FD-A2FA-6A7541EA7FE8}" srcId="{B2BFFC7D-3C2D-4DCF-9197-8E9E79D12975}" destId="{E9E936D1-A5D0-4357-894E-572C9A5F938C}" srcOrd="1" destOrd="0" parTransId="{F456E123-B3DC-4D0D-919D-6FC8942C9D92}" sibTransId="{B9875996-7154-4646-A1BC-9D7B0DF23B7E}"/>
    <dgm:cxn modelId="{2CDDA7B5-A7E9-4B85-ACBD-90151232E10A}" srcId="{63E9840D-6C78-4201-BC55-0C73F11B1979}" destId="{4004B64D-E9E5-4A0A-82AB-2A551908B445}" srcOrd="0" destOrd="0" parTransId="{EF50E784-376A-4397-84F0-D77B8E0E31B9}" sibTransId="{371C8E0D-0CBB-4C12-A326-90B964201E0C}"/>
    <dgm:cxn modelId="{99AF26CD-C6C1-4B94-99C2-AB1C2A4C6A1B}" type="presOf" srcId="{9EA0C242-DB15-4513-A0DF-7E59F5C969AE}" destId="{6012F3D9-E272-4D75-8C97-ED4BC4AC25C9}" srcOrd="0" destOrd="0" presId="urn:microsoft.com/office/officeart/2018/2/layout/IconVerticalSolidList"/>
    <dgm:cxn modelId="{0DAD8BD0-56F9-4BAF-B705-88282224F452}" srcId="{E9E936D1-A5D0-4357-894E-572C9A5F938C}" destId="{9EA0C242-DB15-4513-A0DF-7E59F5C969AE}" srcOrd="0" destOrd="0" parTransId="{2DBBBEC4-6475-4766-B64C-A094626723EB}" sibTransId="{6E2F13D7-1B8A-4325-88D3-0FE079B5799E}"/>
    <dgm:cxn modelId="{6604D7DF-B174-4847-8D8A-A6DCEEDAD12C}" type="presOf" srcId="{D241E0E9-F423-4BF5-A84F-0D3EEC04DA7C}" destId="{0B2E8381-E5A4-425D-9CAA-EFC947D09AD9}" srcOrd="0" destOrd="0" presId="urn:microsoft.com/office/officeart/2018/2/layout/IconVerticalSolidList"/>
    <dgm:cxn modelId="{56EB99E0-8A71-4291-8E2F-F078CA14E303}" srcId="{B2BFFC7D-3C2D-4DCF-9197-8E9E79D12975}" destId="{63E9840D-6C78-4201-BC55-0C73F11B1979}" srcOrd="3" destOrd="0" parTransId="{960603AE-EE94-4B8A-BC0C-3B3C2A86B779}" sibTransId="{63F299E1-6765-4894-A895-05CED8BD99AC}"/>
    <dgm:cxn modelId="{37E01DF0-7C01-4A7E-AEB1-7CF906A355AE}" type="presParOf" srcId="{63FDD998-6914-4698-A3EA-D356BAA6F536}" destId="{FE5FC212-EDB1-4E1B-A6B8-6C5268105502}" srcOrd="0" destOrd="0" presId="urn:microsoft.com/office/officeart/2018/2/layout/IconVerticalSolidList"/>
    <dgm:cxn modelId="{43E81208-FAE2-4492-AE4E-A1FA7C0ABC14}" type="presParOf" srcId="{FE5FC212-EDB1-4E1B-A6B8-6C5268105502}" destId="{14657D82-30B8-41FF-8BAD-9C5E33D74CAB}" srcOrd="0" destOrd="0" presId="urn:microsoft.com/office/officeart/2018/2/layout/IconVerticalSolidList"/>
    <dgm:cxn modelId="{8CB8D791-D7CE-4617-BE64-402EBEC57D2E}" type="presParOf" srcId="{FE5FC212-EDB1-4E1B-A6B8-6C5268105502}" destId="{AB41BD09-BB14-4386-96C2-982FEA96E592}" srcOrd="1" destOrd="0" presId="urn:microsoft.com/office/officeart/2018/2/layout/IconVerticalSolidList"/>
    <dgm:cxn modelId="{1E8120F4-6466-4EE1-9CCA-148819975061}" type="presParOf" srcId="{FE5FC212-EDB1-4E1B-A6B8-6C5268105502}" destId="{BC19BFBA-B8C4-415A-A408-B53D90F5F8E3}" srcOrd="2" destOrd="0" presId="urn:microsoft.com/office/officeart/2018/2/layout/IconVerticalSolidList"/>
    <dgm:cxn modelId="{360899A0-2D55-4381-9815-54904243B3EE}" type="presParOf" srcId="{FE5FC212-EDB1-4E1B-A6B8-6C5268105502}" destId="{5B95995A-A2B3-4D41-A67F-49332C53D216}" srcOrd="3" destOrd="0" presId="urn:microsoft.com/office/officeart/2018/2/layout/IconVerticalSolidList"/>
    <dgm:cxn modelId="{E4378411-22C9-4A20-80BB-90A76B3E02FE}" type="presParOf" srcId="{FE5FC212-EDB1-4E1B-A6B8-6C5268105502}" destId="{0CCBEFF9-C1C2-4C82-989A-F71B9C69431A}" srcOrd="4" destOrd="0" presId="urn:microsoft.com/office/officeart/2018/2/layout/IconVerticalSolidList"/>
    <dgm:cxn modelId="{620E2DE5-3038-4067-BFFF-4D948FF9B4E8}" type="presParOf" srcId="{63FDD998-6914-4698-A3EA-D356BAA6F536}" destId="{2B4C9054-2673-4796-8252-724EA2909AAD}" srcOrd="1" destOrd="0" presId="urn:microsoft.com/office/officeart/2018/2/layout/IconVerticalSolidList"/>
    <dgm:cxn modelId="{25E9E145-C703-4B2C-8E48-1CB2B0996AFA}" type="presParOf" srcId="{63FDD998-6914-4698-A3EA-D356BAA6F536}" destId="{91056217-7CE0-4558-B4E8-2BC72A68272A}" srcOrd="2" destOrd="0" presId="urn:microsoft.com/office/officeart/2018/2/layout/IconVerticalSolidList"/>
    <dgm:cxn modelId="{6B3B7C5D-8D83-415C-93DD-C4236B63FB55}" type="presParOf" srcId="{91056217-7CE0-4558-B4E8-2BC72A68272A}" destId="{C898D591-E3DC-429D-AA5B-85DC82A8457E}" srcOrd="0" destOrd="0" presId="urn:microsoft.com/office/officeart/2018/2/layout/IconVerticalSolidList"/>
    <dgm:cxn modelId="{8D1D11FD-78CC-4C41-824E-02F47BB8D727}" type="presParOf" srcId="{91056217-7CE0-4558-B4E8-2BC72A68272A}" destId="{5788548D-A489-41BE-B2B2-8090BE23CCBE}" srcOrd="1" destOrd="0" presId="urn:microsoft.com/office/officeart/2018/2/layout/IconVerticalSolidList"/>
    <dgm:cxn modelId="{1D3777EC-2FC9-43B1-902B-694E364C003B}" type="presParOf" srcId="{91056217-7CE0-4558-B4E8-2BC72A68272A}" destId="{ACB0634A-41EC-4B21-B816-E7FCD1998F99}" srcOrd="2" destOrd="0" presId="urn:microsoft.com/office/officeart/2018/2/layout/IconVerticalSolidList"/>
    <dgm:cxn modelId="{BF4619E6-F530-4E80-91C1-80ED5FD9C0A5}" type="presParOf" srcId="{91056217-7CE0-4558-B4E8-2BC72A68272A}" destId="{9A0D7F8A-E9AE-498D-AA05-16E142FAA492}" srcOrd="3" destOrd="0" presId="urn:microsoft.com/office/officeart/2018/2/layout/IconVerticalSolidList"/>
    <dgm:cxn modelId="{CCBB5EE8-1A64-4538-B51B-89625D812B08}" type="presParOf" srcId="{91056217-7CE0-4558-B4E8-2BC72A68272A}" destId="{6012F3D9-E272-4D75-8C97-ED4BC4AC25C9}" srcOrd="4" destOrd="0" presId="urn:microsoft.com/office/officeart/2018/2/layout/IconVerticalSolidList"/>
    <dgm:cxn modelId="{AD757E53-01FF-447A-AA4D-059EFC151BB5}" type="presParOf" srcId="{63FDD998-6914-4698-A3EA-D356BAA6F536}" destId="{2D8350A6-BEE5-47E3-9BD0-84319124B023}" srcOrd="3" destOrd="0" presId="urn:microsoft.com/office/officeart/2018/2/layout/IconVerticalSolidList"/>
    <dgm:cxn modelId="{BC3BBDF0-1501-40AE-8643-2FFA3A3A489B}" type="presParOf" srcId="{63FDD998-6914-4698-A3EA-D356BAA6F536}" destId="{6D4B301D-FAD4-4B89-959A-21C99D7CFDBD}" srcOrd="4" destOrd="0" presId="urn:microsoft.com/office/officeart/2018/2/layout/IconVerticalSolidList"/>
    <dgm:cxn modelId="{5C0A68CC-8435-4B1C-84E6-053B067E6B21}" type="presParOf" srcId="{6D4B301D-FAD4-4B89-959A-21C99D7CFDBD}" destId="{A93FFF9A-12FC-4405-9EE0-E9ABA049FCBE}" srcOrd="0" destOrd="0" presId="urn:microsoft.com/office/officeart/2018/2/layout/IconVerticalSolidList"/>
    <dgm:cxn modelId="{846F85AC-AA25-450E-946F-898F373AA372}" type="presParOf" srcId="{6D4B301D-FAD4-4B89-959A-21C99D7CFDBD}" destId="{10B1846B-32B3-43FF-B591-9F7E9775D1F9}" srcOrd="1" destOrd="0" presId="urn:microsoft.com/office/officeart/2018/2/layout/IconVerticalSolidList"/>
    <dgm:cxn modelId="{9D93AA8C-0433-43D9-8FF9-326B30EC66BB}" type="presParOf" srcId="{6D4B301D-FAD4-4B89-959A-21C99D7CFDBD}" destId="{E03A402C-A290-4492-A3FB-40DBCF963BCA}" srcOrd="2" destOrd="0" presId="urn:microsoft.com/office/officeart/2018/2/layout/IconVerticalSolidList"/>
    <dgm:cxn modelId="{AD6215CE-251C-45D9-9A0A-8032B938A127}" type="presParOf" srcId="{6D4B301D-FAD4-4B89-959A-21C99D7CFDBD}" destId="{8654984D-698A-4075-A7D7-10538FA3B71B}" srcOrd="3" destOrd="0" presId="urn:microsoft.com/office/officeart/2018/2/layout/IconVerticalSolidList"/>
    <dgm:cxn modelId="{BEC141CF-C2A5-4744-AA0C-22B915604991}" type="presParOf" srcId="{6D4B301D-FAD4-4B89-959A-21C99D7CFDBD}" destId="{0B2E8381-E5A4-425D-9CAA-EFC947D09AD9}" srcOrd="4" destOrd="0" presId="urn:microsoft.com/office/officeart/2018/2/layout/IconVerticalSolidList"/>
    <dgm:cxn modelId="{CA5DBCEB-529C-4B6C-BDF3-6176A79EC008}" type="presParOf" srcId="{63FDD998-6914-4698-A3EA-D356BAA6F536}" destId="{E8EFC78F-3529-4B7D-95AD-E121D1A7B29B}" srcOrd="5" destOrd="0" presId="urn:microsoft.com/office/officeart/2018/2/layout/IconVerticalSolidList"/>
    <dgm:cxn modelId="{7A9FD5AE-E0F0-41AF-8648-41DE67070061}" type="presParOf" srcId="{63FDD998-6914-4698-A3EA-D356BAA6F536}" destId="{0B2597C9-9540-4EEF-929C-F0B0C6B2C7D0}" srcOrd="6" destOrd="0" presId="urn:microsoft.com/office/officeart/2018/2/layout/IconVerticalSolidList"/>
    <dgm:cxn modelId="{A7C7817C-0BF0-49B7-AA7D-9A095715DA07}" type="presParOf" srcId="{0B2597C9-9540-4EEF-929C-F0B0C6B2C7D0}" destId="{CD18ACDF-9D4C-474E-AA29-41D0676D9B72}" srcOrd="0" destOrd="0" presId="urn:microsoft.com/office/officeart/2018/2/layout/IconVerticalSolidList"/>
    <dgm:cxn modelId="{2C7A29D9-33D0-4C02-BA73-15257C12C35D}" type="presParOf" srcId="{0B2597C9-9540-4EEF-929C-F0B0C6B2C7D0}" destId="{F70E50C5-B14B-49CF-9624-75851AE25CD5}" srcOrd="1" destOrd="0" presId="urn:microsoft.com/office/officeart/2018/2/layout/IconVerticalSolidList"/>
    <dgm:cxn modelId="{DCE8126F-6E6C-459B-9E68-17816F6FF6F1}" type="presParOf" srcId="{0B2597C9-9540-4EEF-929C-F0B0C6B2C7D0}" destId="{B7A00C43-5F65-4EFF-9229-AF30F0BD44E6}" srcOrd="2" destOrd="0" presId="urn:microsoft.com/office/officeart/2018/2/layout/IconVerticalSolidList"/>
    <dgm:cxn modelId="{F0654E78-22B6-4FA8-A3EC-33A195CB416F}" type="presParOf" srcId="{0B2597C9-9540-4EEF-929C-F0B0C6B2C7D0}" destId="{5D8B5752-C990-45F2-87B2-A117766F91AC}" srcOrd="3" destOrd="0" presId="urn:microsoft.com/office/officeart/2018/2/layout/IconVerticalSolidList"/>
    <dgm:cxn modelId="{68D0DA7B-3DCF-445A-802F-51096D259EA6}" type="presParOf" srcId="{0B2597C9-9540-4EEF-929C-F0B0C6B2C7D0}" destId="{15510CCE-7514-46E5-A338-6A69D7D994B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6FC92D-4E2B-4262-923C-097BEE6E326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0B6514-963A-4AA3-B35A-392BC2A7EA0F}">
      <dgm:prSet/>
      <dgm:spPr/>
      <dgm:t>
        <a:bodyPr/>
        <a:lstStyle/>
        <a:p>
          <a:r>
            <a:rPr lang="pl-PL" noProof="0" dirty="0"/>
            <a:t>- Klucze Obce (FK): Blokada usunięcia użytkownika z aktywnym wypożyczeniem.</a:t>
          </a:r>
        </a:p>
      </dgm:t>
    </dgm:pt>
    <dgm:pt modelId="{67BB6FA3-55A0-4080-A0F4-18A5104FF1A3}" type="parTrans" cxnId="{B42B1C8C-0545-4C7A-A9BE-7B8E6707CB40}">
      <dgm:prSet/>
      <dgm:spPr/>
      <dgm:t>
        <a:bodyPr/>
        <a:lstStyle/>
        <a:p>
          <a:endParaRPr lang="en-US"/>
        </a:p>
      </dgm:t>
    </dgm:pt>
    <dgm:pt modelId="{B85AC1D5-498A-4882-A5E5-CE1157038729}" type="sibTrans" cxnId="{B42B1C8C-0545-4C7A-A9BE-7B8E6707CB40}">
      <dgm:prSet/>
      <dgm:spPr/>
      <dgm:t>
        <a:bodyPr/>
        <a:lstStyle/>
        <a:p>
          <a:endParaRPr lang="pl-PL" noProof="0" dirty="0"/>
        </a:p>
      </dgm:t>
    </dgm:pt>
    <dgm:pt modelId="{9BF5FF3A-98EC-4A83-8B85-2F3C3B6B94AC}">
      <dgm:prSet/>
      <dgm:spPr/>
      <dgm:t>
        <a:bodyPr/>
        <a:lstStyle/>
        <a:p>
          <a:r>
            <a:rPr lang="pl-PL" noProof="0" dirty="0"/>
            <a:t>- </a:t>
          </a:r>
          <a:r>
            <a:rPr lang="pl-PL" noProof="0" dirty="0" err="1"/>
            <a:t>Constrainty</a:t>
          </a:r>
          <a:r>
            <a:rPr lang="pl-PL" noProof="0" dirty="0"/>
            <a:t> (CHECK): Oceny 1-10, Płeć ze słownika.</a:t>
          </a:r>
        </a:p>
      </dgm:t>
    </dgm:pt>
    <dgm:pt modelId="{B7B7503E-35F4-4316-8F6E-A3D04611AC2E}" type="parTrans" cxnId="{023BCE8E-0B3B-4827-810F-49513FD6B89D}">
      <dgm:prSet/>
      <dgm:spPr/>
      <dgm:t>
        <a:bodyPr/>
        <a:lstStyle/>
        <a:p>
          <a:endParaRPr lang="en-US"/>
        </a:p>
      </dgm:t>
    </dgm:pt>
    <dgm:pt modelId="{209A4F08-2880-475C-943D-DC805BF43979}" type="sibTrans" cxnId="{023BCE8E-0B3B-4827-810F-49513FD6B89D}">
      <dgm:prSet/>
      <dgm:spPr/>
      <dgm:t>
        <a:bodyPr/>
        <a:lstStyle/>
        <a:p>
          <a:endParaRPr lang="pl-PL" noProof="0" dirty="0"/>
        </a:p>
      </dgm:t>
    </dgm:pt>
    <dgm:pt modelId="{01FDD0AB-0BBD-42E6-8EBF-3D20C27FA38C}">
      <dgm:prSet/>
      <dgm:spPr/>
      <dgm:t>
        <a:bodyPr/>
        <a:lstStyle/>
        <a:p>
          <a:r>
            <a:rPr lang="pl-PL" noProof="0" dirty="0"/>
            <a:t>Przykład kodu:</a:t>
          </a:r>
        </a:p>
      </dgm:t>
    </dgm:pt>
    <dgm:pt modelId="{2F173B1D-9ECF-4A88-BB16-1D6074CA4526}" type="parTrans" cxnId="{80EFB930-E9A7-48BD-AF46-6CAC504508D5}">
      <dgm:prSet/>
      <dgm:spPr/>
      <dgm:t>
        <a:bodyPr/>
        <a:lstStyle/>
        <a:p>
          <a:endParaRPr lang="en-US"/>
        </a:p>
      </dgm:t>
    </dgm:pt>
    <dgm:pt modelId="{74A8927E-1E8F-4B6F-A7B8-3B847D9568E8}" type="sibTrans" cxnId="{80EFB930-E9A7-48BD-AF46-6CAC504508D5}">
      <dgm:prSet/>
      <dgm:spPr/>
      <dgm:t>
        <a:bodyPr/>
        <a:lstStyle/>
        <a:p>
          <a:endParaRPr lang="pl-PL" noProof="0" dirty="0"/>
        </a:p>
      </dgm:t>
    </dgm:pt>
    <dgm:pt modelId="{B80F20BD-E709-40E6-BAD0-E96D0516192F}">
      <dgm:prSet/>
      <dgm:spPr/>
      <dgm:t>
        <a:bodyPr/>
        <a:lstStyle/>
        <a:p>
          <a:r>
            <a:rPr lang="pl-PL" noProof="0" dirty="0"/>
            <a:t>ALTER TABLE wypozyczenia</a:t>
          </a:r>
        </a:p>
      </dgm:t>
    </dgm:pt>
    <dgm:pt modelId="{4C1C8F63-8B0F-4264-BDB2-C663283CD833}" type="parTrans" cxnId="{0871664E-8273-40B2-8748-8093A921D3DC}">
      <dgm:prSet/>
      <dgm:spPr/>
      <dgm:t>
        <a:bodyPr/>
        <a:lstStyle/>
        <a:p>
          <a:endParaRPr lang="en-US"/>
        </a:p>
      </dgm:t>
    </dgm:pt>
    <dgm:pt modelId="{44E8C682-AEF8-420F-8ED5-89023951EC4F}" type="sibTrans" cxnId="{0871664E-8273-40B2-8748-8093A921D3DC}">
      <dgm:prSet/>
      <dgm:spPr/>
      <dgm:t>
        <a:bodyPr/>
        <a:lstStyle/>
        <a:p>
          <a:endParaRPr lang="pl-PL" noProof="0" dirty="0"/>
        </a:p>
      </dgm:t>
    </dgm:pt>
    <dgm:pt modelId="{F4DBC59F-F800-4E45-BF5D-05B84053D71B}">
      <dgm:prSet/>
      <dgm:spPr/>
      <dgm:t>
        <a:bodyPr/>
        <a:lstStyle/>
        <a:p>
          <a:r>
            <a:rPr lang="pl-PL" noProof="0" dirty="0"/>
            <a:t>ADD CONSTRAINT </a:t>
          </a:r>
          <a:r>
            <a:rPr lang="pl-PL" noProof="0" dirty="0" err="1"/>
            <a:t>check_planowana_data</a:t>
          </a:r>
          <a:endParaRPr lang="pl-PL" noProof="0" dirty="0"/>
        </a:p>
      </dgm:t>
    </dgm:pt>
    <dgm:pt modelId="{4EFACA57-2F68-4D0B-8CAE-CB56A162D588}" type="parTrans" cxnId="{B5E1FB0D-AA6C-44F9-9050-8C208671152B}">
      <dgm:prSet/>
      <dgm:spPr/>
      <dgm:t>
        <a:bodyPr/>
        <a:lstStyle/>
        <a:p>
          <a:endParaRPr lang="en-US"/>
        </a:p>
      </dgm:t>
    </dgm:pt>
    <dgm:pt modelId="{A866AEA3-A40D-4CC0-AF91-AB41848AD067}" type="sibTrans" cxnId="{B5E1FB0D-AA6C-44F9-9050-8C208671152B}">
      <dgm:prSet/>
      <dgm:spPr/>
      <dgm:t>
        <a:bodyPr/>
        <a:lstStyle/>
        <a:p>
          <a:endParaRPr lang="pl-PL" noProof="0" dirty="0"/>
        </a:p>
      </dgm:t>
    </dgm:pt>
    <dgm:pt modelId="{3963EE04-EF8D-4950-8D63-0075A0E0DF27}">
      <dgm:prSet/>
      <dgm:spPr/>
      <dgm:t>
        <a:bodyPr/>
        <a:lstStyle/>
        <a:p>
          <a:r>
            <a:rPr lang="pl-PL" noProof="0" dirty="0"/>
            <a:t>CHECK (</a:t>
          </a:r>
          <a:r>
            <a:rPr lang="pl-PL" noProof="0" dirty="0" err="1"/>
            <a:t>planowana_data_zwrotu</a:t>
          </a:r>
          <a:r>
            <a:rPr lang="pl-PL" noProof="0" dirty="0"/>
            <a:t> &gt;= </a:t>
          </a:r>
          <a:r>
            <a:rPr lang="pl-PL" noProof="0" dirty="0" err="1"/>
            <a:t>data_wypozyczenia</a:t>
          </a:r>
          <a:r>
            <a:rPr lang="pl-PL" noProof="0" dirty="0"/>
            <a:t>);</a:t>
          </a:r>
        </a:p>
      </dgm:t>
    </dgm:pt>
    <dgm:pt modelId="{23E36939-A559-4BFD-8301-7BB6F5AF9AE5}" type="parTrans" cxnId="{311ED7F5-3AE6-4841-90BD-E196E921CFA4}">
      <dgm:prSet/>
      <dgm:spPr/>
      <dgm:t>
        <a:bodyPr/>
        <a:lstStyle/>
        <a:p>
          <a:endParaRPr lang="en-US"/>
        </a:p>
      </dgm:t>
    </dgm:pt>
    <dgm:pt modelId="{DE0DECD7-54B7-44E5-9485-44BB309DEF34}" type="sibTrans" cxnId="{311ED7F5-3AE6-4841-90BD-E196E921CFA4}">
      <dgm:prSet/>
      <dgm:spPr/>
      <dgm:t>
        <a:bodyPr/>
        <a:lstStyle/>
        <a:p>
          <a:endParaRPr lang="en-US"/>
        </a:p>
      </dgm:t>
    </dgm:pt>
    <dgm:pt modelId="{A6CFDE67-D799-4B75-BAFF-19B8C1A59B2F}" type="pres">
      <dgm:prSet presAssocID="{306FC92D-4E2B-4262-923C-097BEE6E326C}" presName="Name0" presStyleCnt="0">
        <dgm:presLayoutVars>
          <dgm:dir/>
          <dgm:resizeHandles val="exact"/>
        </dgm:presLayoutVars>
      </dgm:prSet>
      <dgm:spPr/>
    </dgm:pt>
    <dgm:pt modelId="{20BCA518-C208-4B5E-818D-CE5D72CCB376}" type="pres">
      <dgm:prSet presAssocID="{350B6514-963A-4AA3-B35A-392BC2A7EA0F}" presName="node" presStyleLbl="node1" presStyleIdx="0" presStyleCnt="6">
        <dgm:presLayoutVars>
          <dgm:bulletEnabled val="1"/>
        </dgm:presLayoutVars>
      </dgm:prSet>
      <dgm:spPr/>
    </dgm:pt>
    <dgm:pt modelId="{A49EA34F-8E53-4417-B1A3-10D24BE939F8}" type="pres">
      <dgm:prSet presAssocID="{B85AC1D5-498A-4882-A5E5-CE1157038729}" presName="sibTrans" presStyleLbl="sibTrans1D1" presStyleIdx="0" presStyleCnt="5"/>
      <dgm:spPr/>
    </dgm:pt>
    <dgm:pt modelId="{310E7874-2BD8-45EC-BEBC-A4C4FF5F9A15}" type="pres">
      <dgm:prSet presAssocID="{B85AC1D5-498A-4882-A5E5-CE1157038729}" presName="connectorText" presStyleLbl="sibTrans1D1" presStyleIdx="0" presStyleCnt="5"/>
      <dgm:spPr/>
    </dgm:pt>
    <dgm:pt modelId="{AB6770E1-7697-4692-9BC8-C5245B8264E9}" type="pres">
      <dgm:prSet presAssocID="{9BF5FF3A-98EC-4A83-8B85-2F3C3B6B94AC}" presName="node" presStyleLbl="node1" presStyleIdx="1" presStyleCnt="6">
        <dgm:presLayoutVars>
          <dgm:bulletEnabled val="1"/>
        </dgm:presLayoutVars>
      </dgm:prSet>
      <dgm:spPr/>
    </dgm:pt>
    <dgm:pt modelId="{B4CCC603-A12D-4D6B-B878-CC095E197038}" type="pres">
      <dgm:prSet presAssocID="{209A4F08-2880-475C-943D-DC805BF43979}" presName="sibTrans" presStyleLbl="sibTrans1D1" presStyleIdx="1" presStyleCnt="5"/>
      <dgm:spPr/>
    </dgm:pt>
    <dgm:pt modelId="{A602EEF1-452A-42F6-97D2-020AF86348EB}" type="pres">
      <dgm:prSet presAssocID="{209A4F08-2880-475C-943D-DC805BF43979}" presName="connectorText" presStyleLbl="sibTrans1D1" presStyleIdx="1" presStyleCnt="5"/>
      <dgm:spPr/>
    </dgm:pt>
    <dgm:pt modelId="{379FE875-0F22-49D2-BCD3-41C73BAB97EB}" type="pres">
      <dgm:prSet presAssocID="{01FDD0AB-0BBD-42E6-8EBF-3D20C27FA38C}" presName="node" presStyleLbl="node1" presStyleIdx="2" presStyleCnt="6">
        <dgm:presLayoutVars>
          <dgm:bulletEnabled val="1"/>
        </dgm:presLayoutVars>
      </dgm:prSet>
      <dgm:spPr/>
    </dgm:pt>
    <dgm:pt modelId="{F8BE3D3B-6303-44BC-B378-01884C6D55CD}" type="pres">
      <dgm:prSet presAssocID="{74A8927E-1E8F-4B6F-A7B8-3B847D9568E8}" presName="sibTrans" presStyleLbl="sibTrans1D1" presStyleIdx="2" presStyleCnt="5"/>
      <dgm:spPr/>
    </dgm:pt>
    <dgm:pt modelId="{43B5CC55-596F-428E-A667-71C6F39DC2C2}" type="pres">
      <dgm:prSet presAssocID="{74A8927E-1E8F-4B6F-A7B8-3B847D9568E8}" presName="connectorText" presStyleLbl="sibTrans1D1" presStyleIdx="2" presStyleCnt="5"/>
      <dgm:spPr/>
    </dgm:pt>
    <dgm:pt modelId="{66B67FDD-B70B-44AE-ACCE-BC8D57D17C55}" type="pres">
      <dgm:prSet presAssocID="{B80F20BD-E709-40E6-BAD0-E96D0516192F}" presName="node" presStyleLbl="node1" presStyleIdx="3" presStyleCnt="6">
        <dgm:presLayoutVars>
          <dgm:bulletEnabled val="1"/>
        </dgm:presLayoutVars>
      </dgm:prSet>
      <dgm:spPr/>
    </dgm:pt>
    <dgm:pt modelId="{2D60BC26-50D9-4DA7-9D16-32A978D0088A}" type="pres">
      <dgm:prSet presAssocID="{44E8C682-AEF8-420F-8ED5-89023951EC4F}" presName="sibTrans" presStyleLbl="sibTrans1D1" presStyleIdx="3" presStyleCnt="5"/>
      <dgm:spPr/>
    </dgm:pt>
    <dgm:pt modelId="{1CED0461-2795-4104-8850-D7365D98D526}" type="pres">
      <dgm:prSet presAssocID="{44E8C682-AEF8-420F-8ED5-89023951EC4F}" presName="connectorText" presStyleLbl="sibTrans1D1" presStyleIdx="3" presStyleCnt="5"/>
      <dgm:spPr/>
    </dgm:pt>
    <dgm:pt modelId="{302EA10D-BA4D-497C-B183-CC9CD42CF11E}" type="pres">
      <dgm:prSet presAssocID="{F4DBC59F-F800-4E45-BF5D-05B84053D71B}" presName="node" presStyleLbl="node1" presStyleIdx="4" presStyleCnt="6">
        <dgm:presLayoutVars>
          <dgm:bulletEnabled val="1"/>
        </dgm:presLayoutVars>
      </dgm:prSet>
      <dgm:spPr/>
    </dgm:pt>
    <dgm:pt modelId="{275B9808-B9BC-42FD-9AEF-A5E2A5C1C12E}" type="pres">
      <dgm:prSet presAssocID="{A866AEA3-A40D-4CC0-AF91-AB41848AD067}" presName="sibTrans" presStyleLbl="sibTrans1D1" presStyleIdx="4" presStyleCnt="5"/>
      <dgm:spPr/>
    </dgm:pt>
    <dgm:pt modelId="{94C21C27-C0CD-49D8-AABA-679CD4AFE13F}" type="pres">
      <dgm:prSet presAssocID="{A866AEA3-A40D-4CC0-AF91-AB41848AD067}" presName="connectorText" presStyleLbl="sibTrans1D1" presStyleIdx="4" presStyleCnt="5"/>
      <dgm:spPr/>
    </dgm:pt>
    <dgm:pt modelId="{E233C5AB-D0A3-480B-8DF5-BABBB58D6D96}" type="pres">
      <dgm:prSet presAssocID="{3963EE04-EF8D-4950-8D63-0075A0E0DF27}" presName="node" presStyleLbl="node1" presStyleIdx="5" presStyleCnt="6">
        <dgm:presLayoutVars>
          <dgm:bulletEnabled val="1"/>
        </dgm:presLayoutVars>
      </dgm:prSet>
      <dgm:spPr/>
    </dgm:pt>
  </dgm:ptLst>
  <dgm:cxnLst>
    <dgm:cxn modelId="{857BE304-7381-4B0C-865C-D481D796F8FD}" type="presOf" srcId="{9BF5FF3A-98EC-4A83-8B85-2F3C3B6B94AC}" destId="{AB6770E1-7697-4692-9BC8-C5245B8264E9}" srcOrd="0" destOrd="0" presId="urn:microsoft.com/office/officeart/2016/7/layout/RepeatingBendingProcessNew"/>
    <dgm:cxn modelId="{B5E1FB0D-AA6C-44F9-9050-8C208671152B}" srcId="{306FC92D-4E2B-4262-923C-097BEE6E326C}" destId="{F4DBC59F-F800-4E45-BF5D-05B84053D71B}" srcOrd="4" destOrd="0" parTransId="{4EFACA57-2F68-4D0B-8CAE-CB56A162D588}" sibTransId="{A866AEA3-A40D-4CC0-AF91-AB41848AD067}"/>
    <dgm:cxn modelId="{011C6230-EC16-48B4-A11C-7B354E5A754B}" type="presOf" srcId="{B80F20BD-E709-40E6-BAD0-E96D0516192F}" destId="{66B67FDD-B70B-44AE-ACCE-BC8D57D17C55}" srcOrd="0" destOrd="0" presId="urn:microsoft.com/office/officeart/2016/7/layout/RepeatingBendingProcessNew"/>
    <dgm:cxn modelId="{80EFB930-E9A7-48BD-AF46-6CAC504508D5}" srcId="{306FC92D-4E2B-4262-923C-097BEE6E326C}" destId="{01FDD0AB-0BBD-42E6-8EBF-3D20C27FA38C}" srcOrd="2" destOrd="0" parTransId="{2F173B1D-9ECF-4A88-BB16-1D6074CA4526}" sibTransId="{74A8927E-1E8F-4B6F-A7B8-3B847D9568E8}"/>
    <dgm:cxn modelId="{C7695D33-7ABC-4EC1-BA34-2FB43F8FB080}" type="presOf" srcId="{3963EE04-EF8D-4950-8D63-0075A0E0DF27}" destId="{E233C5AB-D0A3-480B-8DF5-BABBB58D6D96}" srcOrd="0" destOrd="0" presId="urn:microsoft.com/office/officeart/2016/7/layout/RepeatingBendingProcessNew"/>
    <dgm:cxn modelId="{EC815F37-0E19-4863-ADE0-C903A01BDF97}" type="presOf" srcId="{A866AEA3-A40D-4CC0-AF91-AB41848AD067}" destId="{275B9808-B9BC-42FD-9AEF-A5E2A5C1C12E}" srcOrd="0" destOrd="0" presId="urn:microsoft.com/office/officeart/2016/7/layout/RepeatingBendingProcessNew"/>
    <dgm:cxn modelId="{3D80395E-D128-47D5-8BD1-B02DE78F71E8}" type="presOf" srcId="{209A4F08-2880-475C-943D-DC805BF43979}" destId="{A602EEF1-452A-42F6-97D2-020AF86348EB}" srcOrd="1" destOrd="0" presId="urn:microsoft.com/office/officeart/2016/7/layout/RepeatingBendingProcessNew"/>
    <dgm:cxn modelId="{E2056A42-BF2C-4E46-B3ED-90D572815BB6}" type="presOf" srcId="{74A8927E-1E8F-4B6F-A7B8-3B847D9568E8}" destId="{43B5CC55-596F-428E-A667-71C6F39DC2C2}" srcOrd="1" destOrd="0" presId="urn:microsoft.com/office/officeart/2016/7/layout/RepeatingBendingProcessNew"/>
    <dgm:cxn modelId="{0871664E-8273-40B2-8748-8093A921D3DC}" srcId="{306FC92D-4E2B-4262-923C-097BEE6E326C}" destId="{B80F20BD-E709-40E6-BAD0-E96D0516192F}" srcOrd="3" destOrd="0" parTransId="{4C1C8F63-8B0F-4264-BDB2-C663283CD833}" sibTransId="{44E8C682-AEF8-420F-8ED5-89023951EC4F}"/>
    <dgm:cxn modelId="{4E433252-3416-46D9-86D4-8BE272095A47}" type="presOf" srcId="{74A8927E-1E8F-4B6F-A7B8-3B847D9568E8}" destId="{F8BE3D3B-6303-44BC-B378-01884C6D55CD}" srcOrd="0" destOrd="0" presId="urn:microsoft.com/office/officeart/2016/7/layout/RepeatingBendingProcessNew"/>
    <dgm:cxn modelId="{40B4B057-6657-4557-9494-9F0C87F785EC}" type="presOf" srcId="{B85AC1D5-498A-4882-A5E5-CE1157038729}" destId="{A49EA34F-8E53-4417-B1A3-10D24BE939F8}" srcOrd="0" destOrd="0" presId="urn:microsoft.com/office/officeart/2016/7/layout/RepeatingBendingProcessNew"/>
    <dgm:cxn modelId="{B42B1C8C-0545-4C7A-A9BE-7B8E6707CB40}" srcId="{306FC92D-4E2B-4262-923C-097BEE6E326C}" destId="{350B6514-963A-4AA3-B35A-392BC2A7EA0F}" srcOrd="0" destOrd="0" parTransId="{67BB6FA3-55A0-4080-A0F4-18A5104FF1A3}" sibTransId="{B85AC1D5-498A-4882-A5E5-CE1157038729}"/>
    <dgm:cxn modelId="{023BCE8E-0B3B-4827-810F-49513FD6B89D}" srcId="{306FC92D-4E2B-4262-923C-097BEE6E326C}" destId="{9BF5FF3A-98EC-4A83-8B85-2F3C3B6B94AC}" srcOrd="1" destOrd="0" parTransId="{B7B7503E-35F4-4316-8F6E-A3D04611AC2E}" sibTransId="{209A4F08-2880-475C-943D-DC805BF43979}"/>
    <dgm:cxn modelId="{E969839B-D6DF-4C56-B407-B9D515A2E25F}" type="presOf" srcId="{209A4F08-2880-475C-943D-DC805BF43979}" destId="{B4CCC603-A12D-4D6B-B878-CC095E197038}" srcOrd="0" destOrd="0" presId="urn:microsoft.com/office/officeart/2016/7/layout/RepeatingBendingProcessNew"/>
    <dgm:cxn modelId="{32ABE9AA-37FC-4D02-ABC9-8EDE601DF16C}" type="presOf" srcId="{B85AC1D5-498A-4882-A5E5-CE1157038729}" destId="{310E7874-2BD8-45EC-BEBC-A4C4FF5F9A15}" srcOrd="1" destOrd="0" presId="urn:microsoft.com/office/officeart/2016/7/layout/RepeatingBendingProcessNew"/>
    <dgm:cxn modelId="{335007AD-2520-48D5-9E2D-E737481EB9E4}" type="presOf" srcId="{44E8C682-AEF8-420F-8ED5-89023951EC4F}" destId="{2D60BC26-50D9-4DA7-9D16-32A978D0088A}" srcOrd="0" destOrd="0" presId="urn:microsoft.com/office/officeart/2016/7/layout/RepeatingBendingProcessNew"/>
    <dgm:cxn modelId="{234612CC-CE47-45BB-A29E-5020D00C56AA}" type="presOf" srcId="{350B6514-963A-4AA3-B35A-392BC2A7EA0F}" destId="{20BCA518-C208-4B5E-818D-CE5D72CCB376}" srcOrd="0" destOrd="0" presId="urn:microsoft.com/office/officeart/2016/7/layout/RepeatingBendingProcessNew"/>
    <dgm:cxn modelId="{EE3DCACD-DA2A-475F-A399-85A7D8D392EE}" type="presOf" srcId="{306FC92D-4E2B-4262-923C-097BEE6E326C}" destId="{A6CFDE67-D799-4B75-BAFF-19B8C1A59B2F}" srcOrd="0" destOrd="0" presId="urn:microsoft.com/office/officeart/2016/7/layout/RepeatingBendingProcessNew"/>
    <dgm:cxn modelId="{437749DF-A5C3-434D-99FA-E3D22A8DB13F}" type="presOf" srcId="{44E8C682-AEF8-420F-8ED5-89023951EC4F}" destId="{1CED0461-2795-4104-8850-D7365D98D526}" srcOrd="1" destOrd="0" presId="urn:microsoft.com/office/officeart/2016/7/layout/RepeatingBendingProcessNew"/>
    <dgm:cxn modelId="{F43C08E2-7D38-405C-89B1-E79035EEDDD2}" type="presOf" srcId="{A866AEA3-A40D-4CC0-AF91-AB41848AD067}" destId="{94C21C27-C0CD-49D8-AABA-679CD4AFE13F}" srcOrd="1" destOrd="0" presId="urn:microsoft.com/office/officeart/2016/7/layout/RepeatingBendingProcessNew"/>
    <dgm:cxn modelId="{EF967BEA-117C-44DC-B81D-67D7543F9FBD}" type="presOf" srcId="{01FDD0AB-0BBD-42E6-8EBF-3D20C27FA38C}" destId="{379FE875-0F22-49D2-BCD3-41C73BAB97EB}" srcOrd="0" destOrd="0" presId="urn:microsoft.com/office/officeart/2016/7/layout/RepeatingBendingProcessNew"/>
    <dgm:cxn modelId="{266148F2-3E86-4190-AE2E-5DFFE95E60EA}" type="presOf" srcId="{F4DBC59F-F800-4E45-BF5D-05B84053D71B}" destId="{302EA10D-BA4D-497C-B183-CC9CD42CF11E}" srcOrd="0" destOrd="0" presId="urn:microsoft.com/office/officeart/2016/7/layout/RepeatingBendingProcessNew"/>
    <dgm:cxn modelId="{311ED7F5-3AE6-4841-90BD-E196E921CFA4}" srcId="{306FC92D-4E2B-4262-923C-097BEE6E326C}" destId="{3963EE04-EF8D-4950-8D63-0075A0E0DF27}" srcOrd="5" destOrd="0" parTransId="{23E36939-A559-4BFD-8301-7BB6F5AF9AE5}" sibTransId="{DE0DECD7-54B7-44E5-9485-44BB309DEF34}"/>
    <dgm:cxn modelId="{804FA6AE-FA46-49BE-9824-FAAA029C8B4D}" type="presParOf" srcId="{A6CFDE67-D799-4B75-BAFF-19B8C1A59B2F}" destId="{20BCA518-C208-4B5E-818D-CE5D72CCB376}" srcOrd="0" destOrd="0" presId="urn:microsoft.com/office/officeart/2016/7/layout/RepeatingBendingProcessNew"/>
    <dgm:cxn modelId="{BEEF93D4-1C0F-4E99-9ED4-8B433672221E}" type="presParOf" srcId="{A6CFDE67-D799-4B75-BAFF-19B8C1A59B2F}" destId="{A49EA34F-8E53-4417-B1A3-10D24BE939F8}" srcOrd="1" destOrd="0" presId="urn:microsoft.com/office/officeart/2016/7/layout/RepeatingBendingProcessNew"/>
    <dgm:cxn modelId="{D07BF758-8E63-4278-8C40-F3E6240D28EE}" type="presParOf" srcId="{A49EA34F-8E53-4417-B1A3-10D24BE939F8}" destId="{310E7874-2BD8-45EC-BEBC-A4C4FF5F9A15}" srcOrd="0" destOrd="0" presId="urn:microsoft.com/office/officeart/2016/7/layout/RepeatingBendingProcessNew"/>
    <dgm:cxn modelId="{58BE2C59-D21C-463C-B6AB-B3D1184D32AD}" type="presParOf" srcId="{A6CFDE67-D799-4B75-BAFF-19B8C1A59B2F}" destId="{AB6770E1-7697-4692-9BC8-C5245B8264E9}" srcOrd="2" destOrd="0" presId="urn:microsoft.com/office/officeart/2016/7/layout/RepeatingBendingProcessNew"/>
    <dgm:cxn modelId="{F0CC7280-46BC-4952-AA99-25E668303048}" type="presParOf" srcId="{A6CFDE67-D799-4B75-BAFF-19B8C1A59B2F}" destId="{B4CCC603-A12D-4D6B-B878-CC095E197038}" srcOrd="3" destOrd="0" presId="urn:microsoft.com/office/officeart/2016/7/layout/RepeatingBendingProcessNew"/>
    <dgm:cxn modelId="{54211EB6-6A20-47F0-AF1E-A27FF9284964}" type="presParOf" srcId="{B4CCC603-A12D-4D6B-B878-CC095E197038}" destId="{A602EEF1-452A-42F6-97D2-020AF86348EB}" srcOrd="0" destOrd="0" presId="urn:microsoft.com/office/officeart/2016/7/layout/RepeatingBendingProcessNew"/>
    <dgm:cxn modelId="{4E1D374D-3D5B-488D-A424-F34443876849}" type="presParOf" srcId="{A6CFDE67-D799-4B75-BAFF-19B8C1A59B2F}" destId="{379FE875-0F22-49D2-BCD3-41C73BAB97EB}" srcOrd="4" destOrd="0" presId="urn:microsoft.com/office/officeart/2016/7/layout/RepeatingBendingProcessNew"/>
    <dgm:cxn modelId="{B322D8A7-5B82-46F1-B702-4F2FD55FF194}" type="presParOf" srcId="{A6CFDE67-D799-4B75-BAFF-19B8C1A59B2F}" destId="{F8BE3D3B-6303-44BC-B378-01884C6D55CD}" srcOrd="5" destOrd="0" presId="urn:microsoft.com/office/officeart/2016/7/layout/RepeatingBendingProcessNew"/>
    <dgm:cxn modelId="{B6D8C086-B271-4C83-BF81-38CB6663FF02}" type="presParOf" srcId="{F8BE3D3B-6303-44BC-B378-01884C6D55CD}" destId="{43B5CC55-596F-428E-A667-71C6F39DC2C2}" srcOrd="0" destOrd="0" presId="urn:microsoft.com/office/officeart/2016/7/layout/RepeatingBendingProcessNew"/>
    <dgm:cxn modelId="{97E07568-AAE7-4A18-AA5E-C5B0D6ACC53C}" type="presParOf" srcId="{A6CFDE67-D799-4B75-BAFF-19B8C1A59B2F}" destId="{66B67FDD-B70B-44AE-ACCE-BC8D57D17C55}" srcOrd="6" destOrd="0" presId="urn:microsoft.com/office/officeart/2016/7/layout/RepeatingBendingProcessNew"/>
    <dgm:cxn modelId="{E6D5307E-8954-4F21-B380-B5608CBDE47A}" type="presParOf" srcId="{A6CFDE67-D799-4B75-BAFF-19B8C1A59B2F}" destId="{2D60BC26-50D9-4DA7-9D16-32A978D0088A}" srcOrd="7" destOrd="0" presId="urn:microsoft.com/office/officeart/2016/7/layout/RepeatingBendingProcessNew"/>
    <dgm:cxn modelId="{D11DCF60-5D53-409F-AA11-D612AF7F6843}" type="presParOf" srcId="{2D60BC26-50D9-4DA7-9D16-32A978D0088A}" destId="{1CED0461-2795-4104-8850-D7365D98D526}" srcOrd="0" destOrd="0" presId="urn:microsoft.com/office/officeart/2016/7/layout/RepeatingBendingProcessNew"/>
    <dgm:cxn modelId="{49007A5D-07AC-4B2E-AAD4-A4D5AD774E36}" type="presParOf" srcId="{A6CFDE67-D799-4B75-BAFF-19B8C1A59B2F}" destId="{302EA10D-BA4D-497C-B183-CC9CD42CF11E}" srcOrd="8" destOrd="0" presId="urn:microsoft.com/office/officeart/2016/7/layout/RepeatingBendingProcessNew"/>
    <dgm:cxn modelId="{BA86D4A6-1846-4F3E-B92E-64DC49C3B3F3}" type="presParOf" srcId="{A6CFDE67-D799-4B75-BAFF-19B8C1A59B2F}" destId="{275B9808-B9BC-42FD-9AEF-A5E2A5C1C12E}" srcOrd="9" destOrd="0" presId="urn:microsoft.com/office/officeart/2016/7/layout/RepeatingBendingProcessNew"/>
    <dgm:cxn modelId="{65FD3CF3-66FB-44C1-8C36-671420D1D9FB}" type="presParOf" srcId="{275B9808-B9BC-42FD-9AEF-A5E2A5C1C12E}" destId="{94C21C27-C0CD-49D8-AABA-679CD4AFE13F}" srcOrd="0" destOrd="0" presId="urn:microsoft.com/office/officeart/2016/7/layout/RepeatingBendingProcessNew"/>
    <dgm:cxn modelId="{001A6B2B-4EDD-4214-84BE-2C8D846709E9}" type="presParOf" srcId="{A6CFDE67-D799-4B75-BAFF-19B8C1A59B2F}" destId="{E233C5AB-D0A3-480B-8DF5-BABBB58D6D9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79080D-A32F-4FD5-A18B-16F1F33C0E9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AB9812-9CFF-4539-AB63-3397D9195AE5}">
      <dgm:prSet/>
      <dgm:spPr/>
      <dgm:t>
        <a:bodyPr/>
        <a:lstStyle/>
        <a:p>
          <a:r>
            <a:rPr lang="pl-PL" noProof="0" dirty="0"/>
            <a:t>Dwa Triggery eliminujące błędy ludzkie:</a:t>
          </a:r>
        </a:p>
      </dgm:t>
    </dgm:pt>
    <dgm:pt modelId="{2CF8D16C-3ABC-4F4A-A880-798695AD8EED}" type="parTrans" cxnId="{B9E064A4-5C4B-4E41-9DC2-4A206F57A203}">
      <dgm:prSet/>
      <dgm:spPr/>
      <dgm:t>
        <a:bodyPr/>
        <a:lstStyle/>
        <a:p>
          <a:endParaRPr lang="en-US"/>
        </a:p>
      </dgm:t>
    </dgm:pt>
    <dgm:pt modelId="{329E88ED-F806-4DB1-919E-77BFA971BF8A}" type="sibTrans" cxnId="{B9E064A4-5C4B-4E41-9DC2-4A206F57A203}">
      <dgm:prSet/>
      <dgm:spPr/>
      <dgm:t>
        <a:bodyPr/>
        <a:lstStyle/>
        <a:p>
          <a:endParaRPr lang="en-US"/>
        </a:p>
      </dgm:t>
    </dgm:pt>
    <dgm:pt modelId="{9FB21E44-515E-400A-BA83-F7E80FF7677F}">
      <dgm:prSet/>
      <dgm:spPr/>
      <dgm:t>
        <a:bodyPr/>
        <a:lstStyle/>
        <a:p>
          <a:r>
            <a:rPr lang="pl-PL" noProof="0" dirty="0"/>
            <a:t>1. Przy Wypożyczeniu (INSERT):</a:t>
          </a:r>
        </a:p>
      </dgm:t>
    </dgm:pt>
    <dgm:pt modelId="{4922F97C-A4EF-4CA4-9E58-B68E0C7F942C}" type="parTrans" cxnId="{CB75FB21-988A-434E-9BD3-F02380134721}">
      <dgm:prSet/>
      <dgm:spPr/>
      <dgm:t>
        <a:bodyPr/>
        <a:lstStyle/>
        <a:p>
          <a:endParaRPr lang="en-US"/>
        </a:p>
      </dgm:t>
    </dgm:pt>
    <dgm:pt modelId="{9752E94D-0E79-4C22-B3B9-68E6F5D45EF9}" type="sibTrans" cxnId="{CB75FB21-988A-434E-9BD3-F02380134721}">
      <dgm:prSet/>
      <dgm:spPr/>
      <dgm:t>
        <a:bodyPr/>
        <a:lstStyle/>
        <a:p>
          <a:endParaRPr lang="en-US"/>
        </a:p>
      </dgm:t>
    </dgm:pt>
    <dgm:pt modelId="{A92F5D59-AE0A-456D-AE8B-69149720C230}">
      <dgm:prSet/>
      <dgm:spPr/>
      <dgm:t>
        <a:bodyPr/>
        <a:lstStyle/>
        <a:p>
          <a:r>
            <a:rPr lang="pl-PL" noProof="0" dirty="0"/>
            <a:t>-&gt; Trigger zmienia status książki na 'wypożyczony'.</a:t>
          </a:r>
        </a:p>
      </dgm:t>
    </dgm:pt>
    <dgm:pt modelId="{25E748BE-FF25-4F50-92F8-F953DECCCAEC}" type="parTrans" cxnId="{C644DB96-3741-42B5-ADFC-9F443BEFC259}">
      <dgm:prSet/>
      <dgm:spPr/>
      <dgm:t>
        <a:bodyPr/>
        <a:lstStyle/>
        <a:p>
          <a:endParaRPr lang="en-US"/>
        </a:p>
      </dgm:t>
    </dgm:pt>
    <dgm:pt modelId="{F23F963A-2D97-4445-A556-5DB50FFBC239}" type="sibTrans" cxnId="{C644DB96-3741-42B5-ADFC-9F443BEFC259}">
      <dgm:prSet/>
      <dgm:spPr/>
      <dgm:t>
        <a:bodyPr/>
        <a:lstStyle/>
        <a:p>
          <a:endParaRPr lang="en-US"/>
        </a:p>
      </dgm:t>
    </dgm:pt>
    <dgm:pt modelId="{A8A5B479-9389-4AD7-9E26-92E3C24A272C}">
      <dgm:prSet/>
      <dgm:spPr/>
      <dgm:t>
        <a:bodyPr/>
        <a:lstStyle/>
        <a:p>
          <a:r>
            <a:rPr lang="pl-PL" noProof="0" dirty="0"/>
            <a:t>2. Przy Zwrocie (INSERT):</a:t>
          </a:r>
        </a:p>
      </dgm:t>
    </dgm:pt>
    <dgm:pt modelId="{E2CC118B-6DBA-42A5-ACB0-3E02D3AAA9B9}" type="parTrans" cxnId="{BCAF5180-09CB-4D3E-B276-700320E479E4}">
      <dgm:prSet/>
      <dgm:spPr/>
      <dgm:t>
        <a:bodyPr/>
        <a:lstStyle/>
        <a:p>
          <a:endParaRPr lang="en-US"/>
        </a:p>
      </dgm:t>
    </dgm:pt>
    <dgm:pt modelId="{E8DB6F42-AEBE-46A6-A862-5E30710E8614}" type="sibTrans" cxnId="{BCAF5180-09CB-4D3E-B276-700320E479E4}">
      <dgm:prSet/>
      <dgm:spPr/>
      <dgm:t>
        <a:bodyPr/>
        <a:lstStyle/>
        <a:p>
          <a:endParaRPr lang="en-US"/>
        </a:p>
      </dgm:t>
    </dgm:pt>
    <dgm:pt modelId="{E91DA227-E88E-4118-9961-B9E20356E4A8}">
      <dgm:prSet/>
      <dgm:spPr/>
      <dgm:t>
        <a:bodyPr/>
        <a:lstStyle/>
        <a:p>
          <a:r>
            <a:rPr lang="pl-PL" noProof="0" dirty="0"/>
            <a:t>-&gt; Trigger zmienia status książki na 'dostępny'.</a:t>
          </a:r>
        </a:p>
      </dgm:t>
    </dgm:pt>
    <dgm:pt modelId="{4D76B50F-8CAE-4DEC-937A-C5FCCF2F941B}" type="parTrans" cxnId="{2D2C793F-0680-4CDA-B08E-F18D2A3B3948}">
      <dgm:prSet/>
      <dgm:spPr/>
      <dgm:t>
        <a:bodyPr/>
        <a:lstStyle/>
        <a:p>
          <a:endParaRPr lang="en-US"/>
        </a:p>
      </dgm:t>
    </dgm:pt>
    <dgm:pt modelId="{ED31DB15-0AE4-4F93-A50C-7AA15BC7B20E}" type="sibTrans" cxnId="{2D2C793F-0680-4CDA-B08E-F18D2A3B3948}">
      <dgm:prSet/>
      <dgm:spPr/>
      <dgm:t>
        <a:bodyPr/>
        <a:lstStyle/>
        <a:p>
          <a:endParaRPr lang="en-US"/>
        </a:p>
      </dgm:t>
    </dgm:pt>
    <dgm:pt modelId="{BC8A373F-EBD0-487B-9B30-48EBC2BB4EF4}">
      <dgm:prSet/>
      <dgm:spPr/>
      <dgm:t>
        <a:bodyPr/>
        <a:lstStyle/>
        <a:p>
          <a:r>
            <a:rPr lang="pl-PL" noProof="0" dirty="0"/>
            <a:t>Dzięki temu katalog online jest zawsze aktualny bez dodatkowego klikania.</a:t>
          </a:r>
        </a:p>
      </dgm:t>
    </dgm:pt>
    <dgm:pt modelId="{89A4224D-2B74-4FB6-807D-5DABAB94127D}" type="parTrans" cxnId="{CAF6D414-CF2D-44F9-8E26-6ECEAD3B417F}">
      <dgm:prSet/>
      <dgm:spPr/>
      <dgm:t>
        <a:bodyPr/>
        <a:lstStyle/>
        <a:p>
          <a:endParaRPr lang="en-US"/>
        </a:p>
      </dgm:t>
    </dgm:pt>
    <dgm:pt modelId="{D93E6676-0FF3-48D0-A99D-00B6E6515CB7}" type="sibTrans" cxnId="{CAF6D414-CF2D-44F9-8E26-6ECEAD3B417F}">
      <dgm:prSet/>
      <dgm:spPr/>
      <dgm:t>
        <a:bodyPr/>
        <a:lstStyle/>
        <a:p>
          <a:endParaRPr lang="en-US"/>
        </a:p>
      </dgm:t>
    </dgm:pt>
    <dgm:pt modelId="{F3F63DEE-A289-4CD5-AF82-7E337F48D0FF}" type="pres">
      <dgm:prSet presAssocID="{1579080D-A32F-4FD5-A18B-16F1F33C0E98}" presName="vert0" presStyleCnt="0">
        <dgm:presLayoutVars>
          <dgm:dir/>
          <dgm:animOne val="branch"/>
          <dgm:animLvl val="lvl"/>
        </dgm:presLayoutVars>
      </dgm:prSet>
      <dgm:spPr/>
    </dgm:pt>
    <dgm:pt modelId="{63F2A632-E312-4B99-9495-2A9323A605DE}" type="pres">
      <dgm:prSet presAssocID="{5EAB9812-9CFF-4539-AB63-3397D9195AE5}" presName="thickLine" presStyleLbl="alignNode1" presStyleIdx="0" presStyleCnt="6"/>
      <dgm:spPr/>
    </dgm:pt>
    <dgm:pt modelId="{75DE9232-5FE3-49C8-B092-A6A0F4817636}" type="pres">
      <dgm:prSet presAssocID="{5EAB9812-9CFF-4539-AB63-3397D9195AE5}" presName="horz1" presStyleCnt="0"/>
      <dgm:spPr/>
    </dgm:pt>
    <dgm:pt modelId="{2183987A-EDCE-4885-985E-1043CF5EDE43}" type="pres">
      <dgm:prSet presAssocID="{5EAB9812-9CFF-4539-AB63-3397D9195AE5}" presName="tx1" presStyleLbl="revTx" presStyleIdx="0" presStyleCnt="6"/>
      <dgm:spPr/>
    </dgm:pt>
    <dgm:pt modelId="{7F2A2411-53E5-48AA-81BD-A170C60217DD}" type="pres">
      <dgm:prSet presAssocID="{5EAB9812-9CFF-4539-AB63-3397D9195AE5}" presName="vert1" presStyleCnt="0"/>
      <dgm:spPr/>
    </dgm:pt>
    <dgm:pt modelId="{8AA6D1F3-3B36-43BE-98C4-E406C67C4E6C}" type="pres">
      <dgm:prSet presAssocID="{9FB21E44-515E-400A-BA83-F7E80FF7677F}" presName="thickLine" presStyleLbl="alignNode1" presStyleIdx="1" presStyleCnt="6"/>
      <dgm:spPr/>
    </dgm:pt>
    <dgm:pt modelId="{06A4C00C-489A-4E23-BBC7-63DEA392A75A}" type="pres">
      <dgm:prSet presAssocID="{9FB21E44-515E-400A-BA83-F7E80FF7677F}" presName="horz1" presStyleCnt="0"/>
      <dgm:spPr/>
    </dgm:pt>
    <dgm:pt modelId="{5C3DF696-D468-41BF-8C27-A03A1E1CB625}" type="pres">
      <dgm:prSet presAssocID="{9FB21E44-515E-400A-BA83-F7E80FF7677F}" presName="tx1" presStyleLbl="revTx" presStyleIdx="1" presStyleCnt="6"/>
      <dgm:spPr/>
    </dgm:pt>
    <dgm:pt modelId="{9DF646D9-4234-416E-BEE1-35E852236FBB}" type="pres">
      <dgm:prSet presAssocID="{9FB21E44-515E-400A-BA83-F7E80FF7677F}" presName="vert1" presStyleCnt="0"/>
      <dgm:spPr/>
    </dgm:pt>
    <dgm:pt modelId="{B550850A-B6AC-456F-AF16-05941157D6C0}" type="pres">
      <dgm:prSet presAssocID="{A92F5D59-AE0A-456D-AE8B-69149720C230}" presName="thickLine" presStyleLbl="alignNode1" presStyleIdx="2" presStyleCnt="6"/>
      <dgm:spPr/>
    </dgm:pt>
    <dgm:pt modelId="{2B374324-B3A4-4563-915C-748185B94E87}" type="pres">
      <dgm:prSet presAssocID="{A92F5D59-AE0A-456D-AE8B-69149720C230}" presName="horz1" presStyleCnt="0"/>
      <dgm:spPr/>
    </dgm:pt>
    <dgm:pt modelId="{1D7F87F7-7AD7-4287-A1EF-91C58C9DD144}" type="pres">
      <dgm:prSet presAssocID="{A92F5D59-AE0A-456D-AE8B-69149720C230}" presName="tx1" presStyleLbl="revTx" presStyleIdx="2" presStyleCnt="6"/>
      <dgm:spPr/>
    </dgm:pt>
    <dgm:pt modelId="{092EC683-6002-45B8-AA52-27A467024283}" type="pres">
      <dgm:prSet presAssocID="{A92F5D59-AE0A-456D-AE8B-69149720C230}" presName="vert1" presStyleCnt="0"/>
      <dgm:spPr/>
    </dgm:pt>
    <dgm:pt modelId="{18D705FF-AC8D-4013-AE25-8D560296E698}" type="pres">
      <dgm:prSet presAssocID="{A8A5B479-9389-4AD7-9E26-92E3C24A272C}" presName="thickLine" presStyleLbl="alignNode1" presStyleIdx="3" presStyleCnt="6"/>
      <dgm:spPr/>
    </dgm:pt>
    <dgm:pt modelId="{9C5C18D5-3E66-46C5-833C-451BE995DD9B}" type="pres">
      <dgm:prSet presAssocID="{A8A5B479-9389-4AD7-9E26-92E3C24A272C}" presName="horz1" presStyleCnt="0"/>
      <dgm:spPr/>
    </dgm:pt>
    <dgm:pt modelId="{C551391A-C4E4-4741-9E9D-F87357FFD5AA}" type="pres">
      <dgm:prSet presAssocID="{A8A5B479-9389-4AD7-9E26-92E3C24A272C}" presName="tx1" presStyleLbl="revTx" presStyleIdx="3" presStyleCnt="6"/>
      <dgm:spPr/>
    </dgm:pt>
    <dgm:pt modelId="{2B719397-4781-4B42-991A-3AA360931A2D}" type="pres">
      <dgm:prSet presAssocID="{A8A5B479-9389-4AD7-9E26-92E3C24A272C}" presName="vert1" presStyleCnt="0"/>
      <dgm:spPr/>
    </dgm:pt>
    <dgm:pt modelId="{855BBDF8-0F19-42EB-A36B-41137D9BE76D}" type="pres">
      <dgm:prSet presAssocID="{E91DA227-E88E-4118-9961-B9E20356E4A8}" presName="thickLine" presStyleLbl="alignNode1" presStyleIdx="4" presStyleCnt="6"/>
      <dgm:spPr/>
    </dgm:pt>
    <dgm:pt modelId="{1ED1801A-7308-43B6-9B5C-2431FCEF275C}" type="pres">
      <dgm:prSet presAssocID="{E91DA227-E88E-4118-9961-B9E20356E4A8}" presName="horz1" presStyleCnt="0"/>
      <dgm:spPr/>
    </dgm:pt>
    <dgm:pt modelId="{90FB3827-C3BE-46FD-8C36-8AA9C599F1B7}" type="pres">
      <dgm:prSet presAssocID="{E91DA227-E88E-4118-9961-B9E20356E4A8}" presName="tx1" presStyleLbl="revTx" presStyleIdx="4" presStyleCnt="6"/>
      <dgm:spPr/>
    </dgm:pt>
    <dgm:pt modelId="{549F13EC-87CF-498A-93E2-E996E05E3215}" type="pres">
      <dgm:prSet presAssocID="{E91DA227-E88E-4118-9961-B9E20356E4A8}" presName="vert1" presStyleCnt="0"/>
      <dgm:spPr/>
    </dgm:pt>
    <dgm:pt modelId="{A1602301-E34A-4BED-B45A-44B0C87C3B77}" type="pres">
      <dgm:prSet presAssocID="{BC8A373F-EBD0-487B-9B30-48EBC2BB4EF4}" presName="thickLine" presStyleLbl="alignNode1" presStyleIdx="5" presStyleCnt="6"/>
      <dgm:spPr/>
    </dgm:pt>
    <dgm:pt modelId="{D1ECA617-5676-43C0-9D89-DC3A44A410D5}" type="pres">
      <dgm:prSet presAssocID="{BC8A373F-EBD0-487B-9B30-48EBC2BB4EF4}" presName="horz1" presStyleCnt="0"/>
      <dgm:spPr/>
    </dgm:pt>
    <dgm:pt modelId="{640DD0AB-877D-4967-AB20-DC09AB061938}" type="pres">
      <dgm:prSet presAssocID="{BC8A373F-EBD0-487B-9B30-48EBC2BB4EF4}" presName="tx1" presStyleLbl="revTx" presStyleIdx="5" presStyleCnt="6"/>
      <dgm:spPr/>
    </dgm:pt>
    <dgm:pt modelId="{BEB6D392-8C63-4B15-8B96-C0A46856DD69}" type="pres">
      <dgm:prSet presAssocID="{BC8A373F-EBD0-487B-9B30-48EBC2BB4EF4}" presName="vert1" presStyleCnt="0"/>
      <dgm:spPr/>
    </dgm:pt>
  </dgm:ptLst>
  <dgm:cxnLst>
    <dgm:cxn modelId="{CAF6D414-CF2D-44F9-8E26-6ECEAD3B417F}" srcId="{1579080D-A32F-4FD5-A18B-16F1F33C0E98}" destId="{BC8A373F-EBD0-487B-9B30-48EBC2BB4EF4}" srcOrd="5" destOrd="0" parTransId="{89A4224D-2B74-4FB6-807D-5DABAB94127D}" sibTransId="{D93E6676-0FF3-48D0-A99D-00B6E6515CB7}"/>
    <dgm:cxn modelId="{CB75FB21-988A-434E-9BD3-F02380134721}" srcId="{1579080D-A32F-4FD5-A18B-16F1F33C0E98}" destId="{9FB21E44-515E-400A-BA83-F7E80FF7677F}" srcOrd="1" destOrd="0" parTransId="{4922F97C-A4EF-4CA4-9E58-B68E0C7F942C}" sibTransId="{9752E94D-0E79-4C22-B3B9-68E6F5D45EF9}"/>
    <dgm:cxn modelId="{50F7352C-5F3D-416A-AEB0-119A14ABE7D8}" type="presOf" srcId="{E91DA227-E88E-4118-9961-B9E20356E4A8}" destId="{90FB3827-C3BE-46FD-8C36-8AA9C599F1B7}" srcOrd="0" destOrd="0" presId="urn:microsoft.com/office/officeart/2008/layout/LinedList"/>
    <dgm:cxn modelId="{B2A9172D-99CA-4E71-83F5-18391DC16D5A}" type="presOf" srcId="{A92F5D59-AE0A-456D-AE8B-69149720C230}" destId="{1D7F87F7-7AD7-4287-A1EF-91C58C9DD144}" srcOrd="0" destOrd="0" presId="urn:microsoft.com/office/officeart/2008/layout/LinedList"/>
    <dgm:cxn modelId="{2D2C793F-0680-4CDA-B08E-F18D2A3B3948}" srcId="{1579080D-A32F-4FD5-A18B-16F1F33C0E98}" destId="{E91DA227-E88E-4118-9961-B9E20356E4A8}" srcOrd="4" destOrd="0" parTransId="{4D76B50F-8CAE-4DEC-937A-C5FCCF2F941B}" sibTransId="{ED31DB15-0AE4-4F93-A50C-7AA15BC7B20E}"/>
    <dgm:cxn modelId="{589AA767-4CBD-4C3E-8E21-CC3D8601D968}" type="presOf" srcId="{9FB21E44-515E-400A-BA83-F7E80FF7677F}" destId="{5C3DF696-D468-41BF-8C27-A03A1E1CB625}" srcOrd="0" destOrd="0" presId="urn:microsoft.com/office/officeart/2008/layout/LinedList"/>
    <dgm:cxn modelId="{30DC3F7B-8862-4F72-A7BC-C60A7DA6CE37}" type="presOf" srcId="{BC8A373F-EBD0-487B-9B30-48EBC2BB4EF4}" destId="{640DD0AB-877D-4967-AB20-DC09AB061938}" srcOrd="0" destOrd="0" presId="urn:microsoft.com/office/officeart/2008/layout/LinedList"/>
    <dgm:cxn modelId="{BCAF5180-09CB-4D3E-B276-700320E479E4}" srcId="{1579080D-A32F-4FD5-A18B-16F1F33C0E98}" destId="{A8A5B479-9389-4AD7-9E26-92E3C24A272C}" srcOrd="3" destOrd="0" parTransId="{E2CC118B-6DBA-42A5-ACB0-3E02D3AAA9B9}" sibTransId="{E8DB6F42-AEBE-46A6-A862-5E30710E8614}"/>
    <dgm:cxn modelId="{C644DB96-3741-42B5-ADFC-9F443BEFC259}" srcId="{1579080D-A32F-4FD5-A18B-16F1F33C0E98}" destId="{A92F5D59-AE0A-456D-AE8B-69149720C230}" srcOrd="2" destOrd="0" parTransId="{25E748BE-FF25-4F50-92F8-F953DECCCAEC}" sibTransId="{F23F963A-2D97-4445-A556-5DB50FFBC239}"/>
    <dgm:cxn modelId="{B9E064A4-5C4B-4E41-9DC2-4A206F57A203}" srcId="{1579080D-A32F-4FD5-A18B-16F1F33C0E98}" destId="{5EAB9812-9CFF-4539-AB63-3397D9195AE5}" srcOrd="0" destOrd="0" parTransId="{2CF8D16C-3ABC-4F4A-A880-798695AD8EED}" sibTransId="{329E88ED-F806-4DB1-919E-77BFA971BF8A}"/>
    <dgm:cxn modelId="{2A6AB9AD-0D91-49AD-95EF-11AA45C48CDB}" type="presOf" srcId="{1579080D-A32F-4FD5-A18B-16F1F33C0E98}" destId="{F3F63DEE-A289-4CD5-AF82-7E337F48D0FF}" srcOrd="0" destOrd="0" presId="urn:microsoft.com/office/officeart/2008/layout/LinedList"/>
    <dgm:cxn modelId="{9CAE9BB9-5F6B-4B8B-B151-1BA2987E570A}" type="presOf" srcId="{5EAB9812-9CFF-4539-AB63-3397D9195AE5}" destId="{2183987A-EDCE-4885-985E-1043CF5EDE43}" srcOrd="0" destOrd="0" presId="urn:microsoft.com/office/officeart/2008/layout/LinedList"/>
    <dgm:cxn modelId="{664BE7E0-30CC-4425-94ED-1DF2C3C1C35C}" type="presOf" srcId="{A8A5B479-9389-4AD7-9E26-92E3C24A272C}" destId="{C551391A-C4E4-4741-9E9D-F87357FFD5AA}" srcOrd="0" destOrd="0" presId="urn:microsoft.com/office/officeart/2008/layout/LinedList"/>
    <dgm:cxn modelId="{34D600F5-CF85-48BD-BAA7-1EDF82234F7A}" type="presParOf" srcId="{F3F63DEE-A289-4CD5-AF82-7E337F48D0FF}" destId="{63F2A632-E312-4B99-9495-2A9323A605DE}" srcOrd="0" destOrd="0" presId="urn:microsoft.com/office/officeart/2008/layout/LinedList"/>
    <dgm:cxn modelId="{9EB00028-E9AB-4BED-8E3B-FB9279ACDFB4}" type="presParOf" srcId="{F3F63DEE-A289-4CD5-AF82-7E337F48D0FF}" destId="{75DE9232-5FE3-49C8-B092-A6A0F4817636}" srcOrd="1" destOrd="0" presId="urn:microsoft.com/office/officeart/2008/layout/LinedList"/>
    <dgm:cxn modelId="{0F5C6CCB-B7F0-473F-BD59-EEC8634CDAFB}" type="presParOf" srcId="{75DE9232-5FE3-49C8-B092-A6A0F4817636}" destId="{2183987A-EDCE-4885-985E-1043CF5EDE43}" srcOrd="0" destOrd="0" presId="urn:microsoft.com/office/officeart/2008/layout/LinedList"/>
    <dgm:cxn modelId="{9CAF893C-CD39-41AD-9F46-32789DE6880F}" type="presParOf" srcId="{75DE9232-5FE3-49C8-B092-A6A0F4817636}" destId="{7F2A2411-53E5-48AA-81BD-A170C60217DD}" srcOrd="1" destOrd="0" presId="urn:microsoft.com/office/officeart/2008/layout/LinedList"/>
    <dgm:cxn modelId="{56709595-48C0-4214-910F-A87AEBFBA0AB}" type="presParOf" srcId="{F3F63DEE-A289-4CD5-AF82-7E337F48D0FF}" destId="{8AA6D1F3-3B36-43BE-98C4-E406C67C4E6C}" srcOrd="2" destOrd="0" presId="urn:microsoft.com/office/officeart/2008/layout/LinedList"/>
    <dgm:cxn modelId="{9E00B664-7861-46CC-8EF5-904974E22956}" type="presParOf" srcId="{F3F63DEE-A289-4CD5-AF82-7E337F48D0FF}" destId="{06A4C00C-489A-4E23-BBC7-63DEA392A75A}" srcOrd="3" destOrd="0" presId="urn:microsoft.com/office/officeart/2008/layout/LinedList"/>
    <dgm:cxn modelId="{4FAAECB3-68DB-4EB3-A9E1-17CE802F8CB3}" type="presParOf" srcId="{06A4C00C-489A-4E23-BBC7-63DEA392A75A}" destId="{5C3DF696-D468-41BF-8C27-A03A1E1CB625}" srcOrd="0" destOrd="0" presId="urn:microsoft.com/office/officeart/2008/layout/LinedList"/>
    <dgm:cxn modelId="{8F0200C5-AEA5-4CF9-BE7E-AF7D2315F171}" type="presParOf" srcId="{06A4C00C-489A-4E23-BBC7-63DEA392A75A}" destId="{9DF646D9-4234-416E-BEE1-35E852236FBB}" srcOrd="1" destOrd="0" presId="urn:microsoft.com/office/officeart/2008/layout/LinedList"/>
    <dgm:cxn modelId="{38A0CBCA-C245-47BE-AF47-84E21AE6991E}" type="presParOf" srcId="{F3F63DEE-A289-4CD5-AF82-7E337F48D0FF}" destId="{B550850A-B6AC-456F-AF16-05941157D6C0}" srcOrd="4" destOrd="0" presId="urn:microsoft.com/office/officeart/2008/layout/LinedList"/>
    <dgm:cxn modelId="{FE6EF354-F224-43E3-87C7-6604003E7F4D}" type="presParOf" srcId="{F3F63DEE-A289-4CD5-AF82-7E337F48D0FF}" destId="{2B374324-B3A4-4563-915C-748185B94E87}" srcOrd="5" destOrd="0" presId="urn:microsoft.com/office/officeart/2008/layout/LinedList"/>
    <dgm:cxn modelId="{37A8D351-BEEC-49F1-8C80-566FBB8656EE}" type="presParOf" srcId="{2B374324-B3A4-4563-915C-748185B94E87}" destId="{1D7F87F7-7AD7-4287-A1EF-91C58C9DD144}" srcOrd="0" destOrd="0" presId="urn:microsoft.com/office/officeart/2008/layout/LinedList"/>
    <dgm:cxn modelId="{392AAFF0-1276-4395-8587-3D00DD2937AB}" type="presParOf" srcId="{2B374324-B3A4-4563-915C-748185B94E87}" destId="{092EC683-6002-45B8-AA52-27A467024283}" srcOrd="1" destOrd="0" presId="urn:microsoft.com/office/officeart/2008/layout/LinedList"/>
    <dgm:cxn modelId="{5BF8324C-9735-4B95-86F5-0A6A3D1DEB74}" type="presParOf" srcId="{F3F63DEE-A289-4CD5-AF82-7E337F48D0FF}" destId="{18D705FF-AC8D-4013-AE25-8D560296E698}" srcOrd="6" destOrd="0" presId="urn:microsoft.com/office/officeart/2008/layout/LinedList"/>
    <dgm:cxn modelId="{5CD834FD-BC9C-4BEC-9FE1-A51E2ABD382A}" type="presParOf" srcId="{F3F63DEE-A289-4CD5-AF82-7E337F48D0FF}" destId="{9C5C18D5-3E66-46C5-833C-451BE995DD9B}" srcOrd="7" destOrd="0" presId="urn:microsoft.com/office/officeart/2008/layout/LinedList"/>
    <dgm:cxn modelId="{B529576E-2C8F-4EE7-B575-CF1327555274}" type="presParOf" srcId="{9C5C18D5-3E66-46C5-833C-451BE995DD9B}" destId="{C551391A-C4E4-4741-9E9D-F87357FFD5AA}" srcOrd="0" destOrd="0" presId="urn:microsoft.com/office/officeart/2008/layout/LinedList"/>
    <dgm:cxn modelId="{B62C4788-21D2-4C28-A4FD-EED3972F9B92}" type="presParOf" srcId="{9C5C18D5-3E66-46C5-833C-451BE995DD9B}" destId="{2B719397-4781-4B42-991A-3AA360931A2D}" srcOrd="1" destOrd="0" presId="urn:microsoft.com/office/officeart/2008/layout/LinedList"/>
    <dgm:cxn modelId="{DD81CF00-B9F7-49FF-96F4-1755FABE7749}" type="presParOf" srcId="{F3F63DEE-A289-4CD5-AF82-7E337F48D0FF}" destId="{855BBDF8-0F19-42EB-A36B-41137D9BE76D}" srcOrd="8" destOrd="0" presId="urn:microsoft.com/office/officeart/2008/layout/LinedList"/>
    <dgm:cxn modelId="{8C2E58DB-FBA4-4DE1-ADEA-080AFACCDE92}" type="presParOf" srcId="{F3F63DEE-A289-4CD5-AF82-7E337F48D0FF}" destId="{1ED1801A-7308-43B6-9B5C-2431FCEF275C}" srcOrd="9" destOrd="0" presId="urn:microsoft.com/office/officeart/2008/layout/LinedList"/>
    <dgm:cxn modelId="{FCCBE7A5-E745-4A78-A6BC-F6D91BFA0920}" type="presParOf" srcId="{1ED1801A-7308-43B6-9B5C-2431FCEF275C}" destId="{90FB3827-C3BE-46FD-8C36-8AA9C599F1B7}" srcOrd="0" destOrd="0" presId="urn:microsoft.com/office/officeart/2008/layout/LinedList"/>
    <dgm:cxn modelId="{977A5D39-63A7-4126-84D8-E635E7C78C78}" type="presParOf" srcId="{1ED1801A-7308-43B6-9B5C-2431FCEF275C}" destId="{549F13EC-87CF-498A-93E2-E996E05E3215}" srcOrd="1" destOrd="0" presId="urn:microsoft.com/office/officeart/2008/layout/LinedList"/>
    <dgm:cxn modelId="{36955571-41D0-4847-9D74-D999CB4572AD}" type="presParOf" srcId="{F3F63DEE-A289-4CD5-AF82-7E337F48D0FF}" destId="{A1602301-E34A-4BED-B45A-44B0C87C3B77}" srcOrd="10" destOrd="0" presId="urn:microsoft.com/office/officeart/2008/layout/LinedList"/>
    <dgm:cxn modelId="{4DC2E323-102E-4A27-B679-38094E3120C8}" type="presParOf" srcId="{F3F63DEE-A289-4CD5-AF82-7E337F48D0FF}" destId="{D1ECA617-5676-43C0-9D89-DC3A44A410D5}" srcOrd="11" destOrd="0" presId="urn:microsoft.com/office/officeart/2008/layout/LinedList"/>
    <dgm:cxn modelId="{8017F382-6981-4346-8CD4-B28F5FCA326E}" type="presParOf" srcId="{D1ECA617-5676-43C0-9D89-DC3A44A410D5}" destId="{640DD0AB-877D-4967-AB20-DC09AB061938}" srcOrd="0" destOrd="0" presId="urn:microsoft.com/office/officeart/2008/layout/LinedList"/>
    <dgm:cxn modelId="{9A1C88B5-ED33-497A-AA3E-405A9FBDE503}" type="presParOf" srcId="{D1ECA617-5676-43C0-9D89-DC3A44A410D5}" destId="{BEB6D392-8C63-4B15-8B96-C0A46856DD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7A4E78-A62C-481D-9D79-2AF3F6484A9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6C95E38-C36D-4DBB-8791-A125C042DB33}">
      <dgm:prSet/>
      <dgm:spPr/>
      <dgm:t>
        <a:bodyPr/>
        <a:lstStyle/>
        <a:p>
          <a:r>
            <a:rPr lang="pl-PL" noProof="0" dirty="0"/>
            <a:t>Elementy ułatwiające zarządzanie:</a:t>
          </a:r>
        </a:p>
      </dgm:t>
    </dgm:pt>
    <dgm:pt modelId="{3F455806-9FD6-4904-88A5-B85C6434E81A}" type="parTrans" cxnId="{672C0B70-0B0E-4D27-BF6F-6745BD692748}">
      <dgm:prSet/>
      <dgm:spPr/>
      <dgm:t>
        <a:bodyPr/>
        <a:lstStyle/>
        <a:p>
          <a:endParaRPr lang="en-US"/>
        </a:p>
      </dgm:t>
    </dgm:pt>
    <dgm:pt modelId="{089279DC-CEF5-4004-8BC6-1890931B5A6A}" type="sibTrans" cxnId="{672C0B70-0B0E-4D27-BF6F-6745BD692748}">
      <dgm:prSet/>
      <dgm:spPr/>
      <dgm:t>
        <a:bodyPr/>
        <a:lstStyle/>
        <a:p>
          <a:endParaRPr lang="en-US"/>
        </a:p>
      </dgm:t>
    </dgm:pt>
    <dgm:pt modelId="{00C80695-1112-48FC-8239-440CE41CE983}">
      <dgm:prSet/>
      <dgm:spPr/>
      <dgm:t>
        <a:bodyPr/>
        <a:lstStyle/>
        <a:p>
          <a:r>
            <a:rPr lang="pl-PL" noProof="0" dirty="0"/>
            <a:t>1. Widok (VIEW): Lista Dłużników</a:t>
          </a:r>
        </a:p>
      </dgm:t>
    </dgm:pt>
    <dgm:pt modelId="{FBA60061-6EBC-45CF-9589-B2F00A915BCB}" type="parTrans" cxnId="{1FA52B2A-0417-4B16-8BE4-1CBFA9575A70}">
      <dgm:prSet/>
      <dgm:spPr/>
      <dgm:t>
        <a:bodyPr/>
        <a:lstStyle/>
        <a:p>
          <a:endParaRPr lang="en-US"/>
        </a:p>
      </dgm:t>
    </dgm:pt>
    <dgm:pt modelId="{4E3464D2-0455-4C4D-BBF2-FE9161A1ABD7}" type="sibTrans" cxnId="{1FA52B2A-0417-4B16-8BE4-1CBFA9575A70}">
      <dgm:prSet/>
      <dgm:spPr/>
      <dgm:t>
        <a:bodyPr/>
        <a:lstStyle/>
        <a:p>
          <a:endParaRPr lang="en-US"/>
        </a:p>
      </dgm:t>
    </dgm:pt>
    <dgm:pt modelId="{07E1E661-C672-4BA1-B479-3A37EFD1C890}">
      <dgm:prSet/>
      <dgm:spPr/>
      <dgm:t>
        <a:bodyPr/>
        <a:lstStyle/>
        <a:p>
          <a:r>
            <a:rPr lang="pl-PL" noProof="0" dirty="0"/>
            <a:t>Gotowy raport pokazujący imiona, maile i dni spóźnienia osób przetrzymujących książki.</a:t>
          </a:r>
        </a:p>
      </dgm:t>
    </dgm:pt>
    <dgm:pt modelId="{648F5E2E-901B-4B68-8022-963DB87EA20D}" type="parTrans" cxnId="{079518BE-8641-4F76-AE92-A472D80B516F}">
      <dgm:prSet/>
      <dgm:spPr/>
      <dgm:t>
        <a:bodyPr/>
        <a:lstStyle/>
        <a:p>
          <a:endParaRPr lang="en-US"/>
        </a:p>
      </dgm:t>
    </dgm:pt>
    <dgm:pt modelId="{76503246-FF05-4CF2-9768-E870569EAAED}" type="sibTrans" cxnId="{079518BE-8641-4F76-AE92-A472D80B516F}">
      <dgm:prSet/>
      <dgm:spPr/>
      <dgm:t>
        <a:bodyPr/>
        <a:lstStyle/>
        <a:p>
          <a:endParaRPr lang="en-US"/>
        </a:p>
      </dgm:t>
    </dgm:pt>
    <dgm:pt modelId="{CD21C753-5032-461B-9590-BDE45BFD8EE4}">
      <dgm:prSet/>
      <dgm:spPr/>
      <dgm:t>
        <a:bodyPr/>
        <a:lstStyle/>
        <a:p>
          <a:r>
            <a:rPr lang="pl-PL" noProof="0" dirty="0"/>
            <a:t>2. Funkcja Składowana:</a:t>
          </a:r>
        </a:p>
      </dgm:t>
    </dgm:pt>
    <dgm:pt modelId="{A51E0B67-74C3-4C5A-B941-54DF237DE372}" type="parTrans" cxnId="{41EE5BE6-FF68-4F1C-BD32-1F569E0F7AAB}">
      <dgm:prSet/>
      <dgm:spPr/>
      <dgm:t>
        <a:bodyPr/>
        <a:lstStyle/>
        <a:p>
          <a:endParaRPr lang="en-US"/>
        </a:p>
      </dgm:t>
    </dgm:pt>
    <dgm:pt modelId="{B738EEA4-91FE-4AE9-815C-0600782D596D}" type="sibTrans" cxnId="{41EE5BE6-FF68-4F1C-BD32-1F569E0F7AAB}">
      <dgm:prSet/>
      <dgm:spPr/>
      <dgm:t>
        <a:bodyPr/>
        <a:lstStyle/>
        <a:p>
          <a:endParaRPr lang="en-US"/>
        </a:p>
      </dgm:t>
    </dgm:pt>
    <dgm:pt modelId="{5D956FF7-1DD4-4E4E-8191-C24E3EAE3F28}">
      <dgm:prSet/>
      <dgm:spPr/>
      <dgm:t>
        <a:bodyPr/>
        <a:lstStyle/>
        <a:p>
          <a:r>
            <a:rPr lang="pl-PL" noProof="0" dirty="0"/>
            <a:t>Szybkie sprawdzanie dostępności książki po numerze ISBN (zwraca TRUE/FALSE).</a:t>
          </a:r>
        </a:p>
      </dgm:t>
    </dgm:pt>
    <dgm:pt modelId="{60A341EF-853B-45F7-B58A-B2A52004DF9B}" type="parTrans" cxnId="{273D2926-E5C8-4EE3-8B6C-96D11EB9152F}">
      <dgm:prSet/>
      <dgm:spPr/>
      <dgm:t>
        <a:bodyPr/>
        <a:lstStyle/>
        <a:p>
          <a:endParaRPr lang="en-US"/>
        </a:p>
      </dgm:t>
    </dgm:pt>
    <dgm:pt modelId="{A0CAB0DD-4B1C-405A-B9D9-AD497F42BC09}" type="sibTrans" cxnId="{273D2926-E5C8-4EE3-8B6C-96D11EB9152F}">
      <dgm:prSet/>
      <dgm:spPr/>
      <dgm:t>
        <a:bodyPr/>
        <a:lstStyle/>
        <a:p>
          <a:endParaRPr lang="en-US"/>
        </a:p>
      </dgm:t>
    </dgm:pt>
    <dgm:pt modelId="{B7191156-B42E-4F20-8882-5DAB8127B618}" type="pres">
      <dgm:prSet presAssocID="{A87A4E78-A62C-481D-9D79-2AF3F6484A94}" presName="vert0" presStyleCnt="0">
        <dgm:presLayoutVars>
          <dgm:dir/>
          <dgm:animOne val="branch"/>
          <dgm:animLvl val="lvl"/>
        </dgm:presLayoutVars>
      </dgm:prSet>
      <dgm:spPr/>
    </dgm:pt>
    <dgm:pt modelId="{A01E53AF-5077-4519-91B7-ABE5B4095965}" type="pres">
      <dgm:prSet presAssocID="{B6C95E38-C36D-4DBB-8791-A125C042DB33}" presName="thickLine" presStyleLbl="alignNode1" presStyleIdx="0" presStyleCnt="5"/>
      <dgm:spPr/>
    </dgm:pt>
    <dgm:pt modelId="{FF7107CF-1E54-4A18-B2A3-456F60228AC9}" type="pres">
      <dgm:prSet presAssocID="{B6C95E38-C36D-4DBB-8791-A125C042DB33}" presName="horz1" presStyleCnt="0"/>
      <dgm:spPr/>
    </dgm:pt>
    <dgm:pt modelId="{30A9ECA6-3101-4AF1-AA5D-ED3B3E58C527}" type="pres">
      <dgm:prSet presAssocID="{B6C95E38-C36D-4DBB-8791-A125C042DB33}" presName="tx1" presStyleLbl="revTx" presStyleIdx="0" presStyleCnt="5"/>
      <dgm:spPr/>
    </dgm:pt>
    <dgm:pt modelId="{3602A20E-7A52-40BD-B29A-267DC0ABE406}" type="pres">
      <dgm:prSet presAssocID="{B6C95E38-C36D-4DBB-8791-A125C042DB33}" presName="vert1" presStyleCnt="0"/>
      <dgm:spPr/>
    </dgm:pt>
    <dgm:pt modelId="{6B21B8F5-C9C0-4206-8F03-107A68ACC00A}" type="pres">
      <dgm:prSet presAssocID="{00C80695-1112-48FC-8239-440CE41CE983}" presName="thickLine" presStyleLbl="alignNode1" presStyleIdx="1" presStyleCnt="5"/>
      <dgm:spPr/>
    </dgm:pt>
    <dgm:pt modelId="{027D3BB4-7C06-4957-A91E-639D9BB6B382}" type="pres">
      <dgm:prSet presAssocID="{00C80695-1112-48FC-8239-440CE41CE983}" presName="horz1" presStyleCnt="0"/>
      <dgm:spPr/>
    </dgm:pt>
    <dgm:pt modelId="{A53E194A-1FD0-4F15-80B5-EDFB0A4F36F8}" type="pres">
      <dgm:prSet presAssocID="{00C80695-1112-48FC-8239-440CE41CE983}" presName="tx1" presStyleLbl="revTx" presStyleIdx="1" presStyleCnt="5"/>
      <dgm:spPr/>
    </dgm:pt>
    <dgm:pt modelId="{DC982B17-2D5C-40F9-A67C-2795C3BDD8AC}" type="pres">
      <dgm:prSet presAssocID="{00C80695-1112-48FC-8239-440CE41CE983}" presName="vert1" presStyleCnt="0"/>
      <dgm:spPr/>
    </dgm:pt>
    <dgm:pt modelId="{A125F4B8-E5EA-4FC8-B30A-5CF400AD479F}" type="pres">
      <dgm:prSet presAssocID="{07E1E661-C672-4BA1-B479-3A37EFD1C890}" presName="thickLine" presStyleLbl="alignNode1" presStyleIdx="2" presStyleCnt="5"/>
      <dgm:spPr/>
    </dgm:pt>
    <dgm:pt modelId="{C18FB153-CAE5-4C41-9EFA-5FC9056CB903}" type="pres">
      <dgm:prSet presAssocID="{07E1E661-C672-4BA1-B479-3A37EFD1C890}" presName="horz1" presStyleCnt="0"/>
      <dgm:spPr/>
    </dgm:pt>
    <dgm:pt modelId="{62D1F3E9-2F5A-4ABA-8DF7-F2240E256965}" type="pres">
      <dgm:prSet presAssocID="{07E1E661-C672-4BA1-B479-3A37EFD1C890}" presName="tx1" presStyleLbl="revTx" presStyleIdx="2" presStyleCnt="5"/>
      <dgm:spPr/>
    </dgm:pt>
    <dgm:pt modelId="{D8ED51C5-D302-4DD1-A552-97E27E5FDE8A}" type="pres">
      <dgm:prSet presAssocID="{07E1E661-C672-4BA1-B479-3A37EFD1C890}" presName="vert1" presStyleCnt="0"/>
      <dgm:spPr/>
    </dgm:pt>
    <dgm:pt modelId="{A0935D29-1E3F-4719-B028-705E94A7EC81}" type="pres">
      <dgm:prSet presAssocID="{CD21C753-5032-461B-9590-BDE45BFD8EE4}" presName="thickLine" presStyleLbl="alignNode1" presStyleIdx="3" presStyleCnt="5"/>
      <dgm:spPr/>
    </dgm:pt>
    <dgm:pt modelId="{CDB6CA8D-A3A0-4417-9FC8-DFEA2CDA3271}" type="pres">
      <dgm:prSet presAssocID="{CD21C753-5032-461B-9590-BDE45BFD8EE4}" presName="horz1" presStyleCnt="0"/>
      <dgm:spPr/>
    </dgm:pt>
    <dgm:pt modelId="{D93FB67E-41B9-4A4F-9E12-AD0C9EA92BB6}" type="pres">
      <dgm:prSet presAssocID="{CD21C753-5032-461B-9590-BDE45BFD8EE4}" presName="tx1" presStyleLbl="revTx" presStyleIdx="3" presStyleCnt="5"/>
      <dgm:spPr/>
    </dgm:pt>
    <dgm:pt modelId="{12954304-B046-4442-BBD5-9F35B3F1337B}" type="pres">
      <dgm:prSet presAssocID="{CD21C753-5032-461B-9590-BDE45BFD8EE4}" presName="vert1" presStyleCnt="0"/>
      <dgm:spPr/>
    </dgm:pt>
    <dgm:pt modelId="{B5A048E9-B08D-4041-A73F-774975CCCFB2}" type="pres">
      <dgm:prSet presAssocID="{5D956FF7-1DD4-4E4E-8191-C24E3EAE3F28}" presName="thickLine" presStyleLbl="alignNode1" presStyleIdx="4" presStyleCnt="5"/>
      <dgm:spPr/>
    </dgm:pt>
    <dgm:pt modelId="{F6F53270-FA67-4A7C-B60D-0B73F8195EEF}" type="pres">
      <dgm:prSet presAssocID="{5D956FF7-1DD4-4E4E-8191-C24E3EAE3F28}" presName="horz1" presStyleCnt="0"/>
      <dgm:spPr/>
    </dgm:pt>
    <dgm:pt modelId="{0CB32CF6-4B4B-4DD4-82EC-368A8546A717}" type="pres">
      <dgm:prSet presAssocID="{5D956FF7-1DD4-4E4E-8191-C24E3EAE3F28}" presName="tx1" presStyleLbl="revTx" presStyleIdx="4" presStyleCnt="5"/>
      <dgm:spPr/>
    </dgm:pt>
    <dgm:pt modelId="{92C1DBEA-9CFF-4590-9F3A-909203823D59}" type="pres">
      <dgm:prSet presAssocID="{5D956FF7-1DD4-4E4E-8191-C24E3EAE3F28}" presName="vert1" presStyleCnt="0"/>
      <dgm:spPr/>
    </dgm:pt>
  </dgm:ptLst>
  <dgm:cxnLst>
    <dgm:cxn modelId="{4564BE00-F900-4095-942C-ACCD9FA4A747}" type="presOf" srcId="{B6C95E38-C36D-4DBB-8791-A125C042DB33}" destId="{30A9ECA6-3101-4AF1-AA5D-ED3B3E58C527}" srcOrd="0" destOrd="0" presId="urn:microsoft.com/office/officeart/2008/layout/LinedList"/>
    <dgm:cxn modelId="{273D2926-E5C8-4EE3-8B6C-96D11EB9152F}" srcId="{A87A4E78-A62C-481D-9D79-2AF3F6484A94}" destId="{5D956FF7-1DD4-4E4E-8191-C24E3EAE3F28}" srcOrd="4" destOrd="0" parTransId="{60A341EF-853B-45F7-B58A-B2A52004DF9B}" sibTransId="{A0CAB0DD-4B1C-405A-B9D9-AD497F42BC09}"/>
    <dgm:cxn modelId="{1FA52B2A-0417-4B16-8BE4-1CBFA9575A70}" srcId="{A87A4E78-A62C-481D-9D79-2AF3F6484A94}" destId="{00C80695-1112-48FC-8239-440CE41CE983}" srcOrd="1" destOrd="0" parTransId="{FBA60061-6EBC-45CF-9589-B2F00A915BCB}" sibTransId="{4E3464D2-0455-4C4D-BBF2-FE9161A1ABD7}"/>
    <dgm:cxn modelId="{5827375D-A5CB-4B8D-BC6A-693A1B7B2CCB}" type="presOf" srcId="{07E1E661-C672-4BA1-B479-3A37EFD1C890}" destId="{62D1F3E9-2F5A-4ABA-8DF7-F2240E256965}" srcOrd="0" destOrd="0" presId="urn:microsoft.com/office/officeart/2008/layout/LinedList"/>
    <dgm:cxn modelId="{672C0B70-0B0E-4D27-BF6F-6745BD692748}" srcId="{A87A4E78-A62C-481D-9D79-2AF3F6484A94}" destId="{B6C95E38-C36D-4DBB-8791-A125C042DB33}" srcOrd="0" destOrd="0" parTransId="{3F455806-9FD6-4904-88A5-B85C6434E81A}" sibTransId="{089279DC-CEF5-4004-8BC6-1890931B5A6A}"/>
    <dgm:cxn modelId="{0E6BCE77-E468-4585-A602-CE8E5C31E81D}" type="presOf" srcId="{5D956FF7-1DD4-4E4E-8191-C24E3EAE3F28}" destId="{0CB32CF6-4B4B-4DD4-82EC-368A8546A717}" srcOrd="0" destOrd="0" presId="urn:microsoft.com/office/officeart/2008/layout/LinedList"/>
    <dgm:cxn modelId="{3CC1C1BC-55BE-4D44-9F2F-21FC0BFF04E7}" type="presOf" srcId="{A87A4E78-A62C-481D-9D79-2AF3F6484A94}" destId="{B7191156-B42E-4F20-8882-5DAB8127B618}" srcOrd="0" destOrd="0" presId="urn:microsoft.com/office/officeart/2008/layout/LinedList"/>
    <dgm:cxn modelId="{079518BE-8641-4F76-AE92-A472D80B516F}" srcId="{A87A4E78-A62C-481D-9D79-2AF3F6484A94}" destId="{07E1E661-C672-4BA1-B479-3A37EFD1C890}" srcOrd="2" destOrd="0" parTransId="{648F5E2E-901B-4B68-8022-963DB87EA20D}" sibTransId="{76503246-FF05-4CF2-9768-E870569EAAED}"/>
    <dgm:cxn modelId="{07C40FD1-A4EC-4D5C-AA1E-98DF70195ECD}" type="presOf" srcId="{CD21C753-5032-461B-9590-BDE45BFD8EE4}" destId="{D93FB67E-41B9-4A4F-9E12-AD0C9EA92BB6}" srcOrd="0" destOrd="0" presId="urn:microsoft.com/office/officeart/2008/layout/LinedList"/>
    <dgm:cxn modelId="{41EE5BE6-FF68-4F1C-BD32-1F569E0F7AAB}" srcId="{A87A4E78-A62C-481D-9D79-2AF3F6484A94}" destId="{CD21C753-5032-461B-9590-BDE45BFD8EE4}" srcOrd="3" destOrd="0" parTransId="{A51E0B67-74C3-4C5A-B941-54DF237DE372}" sibTransId="{B738EEA4-91FE-4AE9-815C-0600782D596D}"/>
    <dgm:cxn modelId="{E574D0E6-3382-43C6-9132-3AC3EEBF63BE}" type="presOf" srcId="{00C80695-1112-48FC-8239-440CE41CE983}" destId="{A53E194A-1FD0-4F15-80B5-EDFB0A4F36F8}" srcOrd="0" destOrd="0" presId="urn:microsoft.com/office/officeart/2008/layout/LinedList"/>
    <dgm:cxn modelId="{D3D1E9C8-A413-4F68-B1E3-30AFC6CA2DC2}" type="presParOf" srcId="{B7191156-B42E-4F20-8882-5DAB8127B618}" destId="{A01E53AF-5077-4519-91B7-ABE5B4095965}" srcOrd="0" destOrd="0" presId="urn:microsoft.com/office/officeart/2008/layout/LinedList"/>
    <dgm:cxn modelId="{E4E0DD2F-5778-4CBE-BB53-E1BD09F9C5CF}" type="presParOf" srcId="{B7191156-B42E-4F20-8882-5DAB8127B618}" destId="{FF7107CF-1E54-4A18-B2A3-456F60228AC9}" srcOrd="1" destOrd="0" presId="urn:microsoft.com/office/officeart/2008/layout/LinedList"/>
    <dgm:cxn modelId="{58DF0BB9-2EB4-42EC-B568-BD058ABDC25D}" type="presParOf" srcId="{FF7107CF-1E54-4A18-B2A3-456F60228AC9}" destId="{30A9ECA6-3101-4AF1-AA5D-ED3B3E58C527}" srcOrd="0" destOrd="0" presId="urn:microsoft.com/office/officeart/2008/layout/LinedList"/>
    <dgm:cxn modelId="{BF59B513-117C-4960-ADAD-D08CDF85C57B}" type="presParOf" srcId="{FF7107CF-1E54-4A18-B2A3-456F60228AC9}" destId="{3602A20E-7A52-40BD-B29A-267DC0ABE406}" srcOrd="1" destOrd="0" presId="urn:microsoft.com/office/officeart/2008/layout/LinedList"/>
    <dgm:cxn modelId="{713DAB19-7507-4621-A8D8-5096D0819CCC}" type="presParOf" srcId="{B7191156-B42E-4F20-8882-5DAB8127B618}" destId="{6B21B8F5-C9C0-4206-8F03-107A68ACC00A}" srcOrd="2" destOrd="0" presId="urn:microsoft.com/office/officeart/2008/layout/LinedList"/>
    <dgm:cxn modelId="{D0F4861B-0798-4D31-B5A4-57A74AFA33A0}" type="presParOf" srcId="{B7191156-B42E-4F20-8882-5DAB8127B618}" destId="{027D3BB4-7C06-4957-A91E-639D9BB6B382}" srcOrd="3" destOrd="0" presId="urn:microsoft.com/office/officeart/2008/layout/LinedList"/>
    <dgm:cxn modelId="{080216BC-E26C-4DED-A346-071A8C71815B}" type="presParOf" srcId="{027D3BB4-7C06-4957-A91E-639D9BB6B382}" destId="{A53E194A-1FD0-4F15-80B5-EDFB0A4F36F8}" srcOrd="0" destOrd="0" presId="urn:microsoft.com/office/officeart/2008/layout/LinedList"/>
    <dgm:cxn modelId="{CC32A1CA-9303-4C9B-8315-060C25B9F928}" type="presParOf" srcId="{027D3BB4-7C06-4957-A91E-639D9BB6B382}" destId="{DC982B17-2D5C-40F9-A67C-2795C3BDD8AC}" srcOrd="1" destOrd="0" presId="urn:microsoft.com/office/officeart/2008/layout/LinedList"/>
    <dgm:cxn modelId="{0BBFF956-D601-4A8A-986B-80F4C054CFF0}" type="presParOf" srcId="{B7191156-B42E-4F20-8882-5DAB8127B618}" destId="{A125F4B8-E5EA-4FC8-B30A-5CF400AD479F}" srcOrd="4" destOrd="0" presId="urn:microsoft.com/office/officeart/2008/layout/LinedList"/>
    <dgm:cxn modelId="{C7B1726D-F1B1-435B-80C0-067B2C893209}" type="presParOf" srcId="{B7191156-B42E-4F20-8882-5DAB8127B618}" destId="{C18FB153-CAE5-4C41-9EFA-5FC9056CB903}" srcOrd="5" destOrd="0" presId="urn:microsoft.com/office/officeart/2008/layout/LinedList"/>
    <dgm:cxn modelId="{87B4862D-C02A-4E54-8794-BEA9E5566C44}" type="presParOf" srcId="{C18FB153-CAE5-4C41-9EFA-5FC9056CB903}" destId="{62D1F3E9-2F5A-4ABA-8DF7-F2240E256965}" srcOrd="0" destOrd="0" presId="urn:microsoft.com/office/officeart/2008/layout/LinedList"/>
    <dgm:cxn modelId="{1FE335D4-38BA-43AC-84F4-70015E2793D4}" type="presParOf" srcId="{C18FB153-CAE5-4C41-9EFA-5FC9056CB903}" destId="{D8ED51C5-D302-4DD1-A552-97E27E5FDE8A}" srcOrd="1" destOrd="0" presId="urn:microsoft.com/office/officeart/2008/layout/LinedList"/>
    <dgm:cxn modelId="{8DB4CE67-8C5C-4F65-8266-4BC763EA14BC}" type="presParOf" srcId="{B7191156-B42E-4F20-8882-5DAB8127B618}" destId="{A0935D29-1E3F-4719-B028-705E94A7EC81}" srcOrd="6" destOrd="0" presId="urn:microsoft.com/office/officeart/2008/layout/LinedList"/>
    <dgm:cxn modelId="{735898AD-1DE3-4095-98B3-CEDBAFFACBD5}" type="presParOf" srcId="{B7191156-B42E-4F20-8882-5DAB8127B618}" destId="{CDB6CA8D-A3A0-4417-9FC8-DFEA2CDA3271}" srcOrd="7" destOrd="0" presId="urn:microsoft.com/office/officeart/2008/layout/LinedList"/>
    <dgm:cxn modelId="{6EADFC3B-EAAF-4E06-8970-574AC057F536}" type="presParOf" srcId="{CDB6CA8D-A3A0-4417-9FC8-DFEA2CDA3271}" destId="{D93FB67E-41B9-4A4F-9E12-AD0C9EA92BB6}" srcOrd="0" destOrd="0" presId="urn:microsoft.com/office/officeart/2008/layout/LinedList"/>
    <dgm:cxn modelId="{3634C677-0A7D-4F21-B906-58819F9C1038}" type="presParOf" srcId="{CDB6CA8D-A3A0-4417-9FC8-DFEA2CDA3271}" destId="{12954304-B046-4442-BBD5-9F35B3F1337B}" srcOrd="1" destOrd="0" presId="urn:microsoft.com/office/officeart/2008/layout/LinedList"/>
    <dgm:cxn modelId="{0D465260-A5DC-40A3-B5E0-E785A0DD6585}" type="presParOf" srcId="{B7191156-B42E-4F20-8882-5DAB8127B618}" destId="{B5A048E9-B08D-4041-A73F-774975CCCFB2}" srcOrd="8" destOrd="0" presId="urn:microsoft.com/office/officeart/2008/layout/LinedList"/>
    <dgm:cxn modelId="{005B15EA-6534-4D09-878F-67A3893AD2D6}" type="presParOf" srcId="{B7191156-B42E-4F20-8882-5DAB8127B618}" destId="{F6F53270-FA67-4A7C-B60D-0B73F8195EEF}" srcOrd="9" destOrd="0" presId="urn:microsoft.com/office/officeart/2008/layout/LinedList"/>
    <dgm:cxn modelId="{4F0D789F-5840-4380-BDC1-70753B634284}" type="presParOf" srcId="{F6F53270-FA67-4A7C-B60D-0B73F8195EEF}" destId="{0CB32CF6-4B4B-4DD4-82EC-368A8546A717}" srcOrd="0" destOrd="0" presId="urn:microsoft.com/office/officeart/2008/layout/LinedList"/>
    <dgm:cxn modelId="{3CCE0695-E648-4FE1-834A-68F2F8A4D86F}" type="presParOf" srcId="{F6F53270-FA67-4A7C-B60D-0B73F8195EEF}" destId="{92C1DBEA-9CFF-4590-9F3A-909203823D5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BAB951-200C-4725-AEAF-7A845627C43B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94DF18-1F67-40D3-91C2-B6920AC9ADF7}">
      <dgm:prSet/>
      <dgm:spPr/>
      <dgm:t>
        <a:bodyPr/>
        <a:lstStyle/>
        <a:p>
          <a:r>
            <a:rPr lang="pl-PL" noProof="0" dirty="0"/>
            <a:t>Zasada najmniejszych przywilejów:</a:t>
          </a:r>
        </a:p>
      </dgm:t>
    </dgm:pt>
    <dgm:pt modelId="{EC255CED-F0FF-4457-A9AF-DD97052C38E3}" type="parTrans" cxnId="{F68A551C-CCCD-4861-83E8-5EB222BA1C38}">
      <dgm:prSet/>
      <dgm:spPr/>
      <dgm:t>
        <a:bodyPr/>
        <a:lstStyle/>
        <a:p>
          <a:endParaRPr lang="en-US"/>
        </a:p>
      </dgm:t>
    </dgm:pt>
    <dgm:pt modelId="{C97E6FC6-CCFB-474A-ADFE-8804B39AEACD}" type="sibTrans" cxnId="{F68A551C-CCCD-4861-83E8-5EB222BA1C38}">
      <dgm:prSet/>
      <dgm:spPr/>
      <dgm:t>
        <a:bodyPr/>
        <a:lstStyle/>
        <a:p>
          <a:endParaRPr lang="en-US"/>
        </a:p>
      </dgm:t>
    </dgm:pt>
    <dgm:pt modelId="{FBA2F3AA-5ED8-45CB-B48A-96B102682A05}">
      <dgm:prSet/>
      <dgm:spPr/>
      <dgm:t>
        <a:bodyPr/>
        <a:lstStyle/>
        <a:p>
          <a:r>
            <a:rPr lang="pl-PL" noProof="0" dirty="0"/>
            <a:t>Rola: BIBLIOTEKARZ</a:t>
          </a:r>
        </a:p>
      </dgm:t>
    </dgm:pt>
    <dgm:pt modelId="{9A6E637F-EBC2-4C91-A434-685F93D5F783}" type="parTrans" cxnId="{20942A90-3B3C-4AA4-B472-D0A9511D5778}">
      <dgm:prSet/>
      <dgm:spPr/>
      <dgm:t>
        <a:bodyPr/>
        <a:lstStyle/>
        <a:p>
          <a:endParaRPr lang="en-US"/>
        </a:p>
      </dgm:t>
    </dgm:pt>
    <dgm:pt modelId="{11BB9FD3-8586-43E2-90C9-368C369C75FA}" type="sibTrans" cxnId="{20942A90-3B3C-4AA4-B472-D0A9511D5778}">
      <dgm:prSet/>
      <dgm:spPr/>
      <dgm:t>
        <a:bodyPr/>
        <a:lstStyle/>
        <a:p>
          <a:endParaRPr lang="en-US"/>
        </a:p>
      </dgm:t>
    </dgm:pt>
    <dgm:pt modelId="{71C92EC0-156A-4C41-AB66-B8322EA920D4}">
      <dgm:prSet/>
      <dgm:spPr/>
      <dgm:t>
        <a:bodyPr/>
        <a:lstStyle/>
        <a:p>
          <a:r>
            <a:rPr lang="pl-PL" noProof="0" dirty="0"/>
            <a:t>- Pełny dostęp do edycji zasobów.</a:t>
          </a:r>
        </a:p>
      </dgm:t>
    </dgm:pt>
    <dgm:pt modelId="{47FEF940-B1E0-4C59-966F-E5511531DD5E}" type="parTrans" cxnId="{6E355738-5ADB-4326-BE12-45F1D954CB58}">
      <dgm:prSet/>
      <dgm:spPr/>
      <dgm:t>
        <a:bodyPr/>
        <a:lstStyle/>
        <a:p>
          <a:endParaRPr lang="en-US"/>
        </a:p>
      </dgm:t>
    </dgm:pt>
    <dgm:pt modelId="{4B73B2C8-3C0D-447B-B4F6-3F8AC68894DB}" type="sibTrans" cxnId="{6E355738-5ADB-4326-BE12-45F1D954CB58}">
      <dgm:prSet/>
      <dgm:spPr/>
      <dgm:t>
        <a:bodyPr/>
        <a:lstStyle/>
        <a:p>
          <a:endParaRPr lang="en-US"/>
        </a:p>
      </dgm:t>
    </dgm:pt>
    <dgm:pt modelId="{3F0281BF-201A-4CF5-AB67-61D2736C0D37}">
      <dgm:prSet/>
      <dgm:spPr/>
      <dgm:t>
        <a:bodyPr/>
        <a:lstStyle/>
        <a:p>
          <a:r>
            <a:rPr lang="pl-PL" noProof="0" dirty="0"/>
            <a:t>Rola: GOSC_BIBLIOTEKI</a:t>
          </a:r>
        </a:p>
      </dgm:t>
    </dgm:pt>
    <dgm:pt modelId="{8B70F914-D2BB-47CF-8154-32BFE9DCC146}" type="parTrans" cxnId="{B080E673-C199-4556-BAF9-57FFF3A5FA2D}">
      <dgm:prSet/>
      <dgm:spPr/>
      <dgm:t>
        <a:bodyPr/>
        <a:lstStyle/>
        <a:p>
          <a:endParaRPr lang="en-US"/>
        </a:p>
      </dgm:t>
    </dgm:pt>
    <dgm:pt modelId="{507C4B6E-683E-4C82-918A-52378EC636E6}" type="sibTrans" cxnId="{B080E673-C199-4556-BAF9-57FFF3A5FA2D}">
      <dgm:prSet/>
      <dgm:spPr/>
      <dgm:t>
        <a:bodyPr/>
        <a:lstStyle/>
        <a:p>
          <a:endParaRPr lang="en-US"/>
        </a:p>
      </dgm:t>
    </dgm:pt>
    <dgm:pt modelId="{7D043DA8-9D04-4F84-B29D-F8DEEC85AB62}">
      <dgm:prSet/>
      <dgm:spPr/>
      <dgm:t>
        <a:bodyPr/>
        <a:lstStyle/>
        <a:p>
          <a:r>
            <a:rPr lang="pl-PL" noProof="0" dirty="0"/>
            <a:t>- Tylko odczyt (SELECT).</a:t>
          </a:r>
        </a:p>
      </dgm:t>
    </dgm:pt>
    <dgm:pt modelId="{7307F028-AB56-41D5-93F3-58323DBAB2E1}" type="parTrans" cxnId="{EF0DCC61-0799-4235-B12A-3CEE2781F680}">
      <dgm:prSet/>
      <dgm:spPr/>
      <dgm:t>
        <a:bodyPr/>
        <a:lstStyle/>
        <a:p>
          <a:endParaRPr lang="en-US"/>
        </a:p>
      </dgm:t>
    </dgm:pt>
    <dgm:pt modelId="{BEFD2DC8-72EA-4F15-82C4-99773BDAD195}" type="sibTrans" cxnId="{EF0DCC61-0799-4235-B12A-3CEE2781F680}">
      <dgm:prSet/>
      <dgm:spPr/>
      <dgm:t>
        <a:bodyPr/>
        <a:lstStyle/>
        <a:p>
          <a:endParaRPr lang="en-US"/>
        </a:p>
      </dgm:t>
    </dgm:pt>
    <dgm:pt modelId="{9ED55F09-4AF5-4660-97C3-3736086D89D9}">
      <dgm:prSet/>
      <dgm:spPr/>
      <dgm:t>
        <a:bodyPr/>
        <a:lstStyle/>
        <a:p>
          <a:r>
            <a:rPr lang="pl-PL" noProof="0" dirty="0"/>
            <a:t>- Brak dostępu do danych osobowych (RODO).</a:t>
          </a:r>
        </a:p>
      </dgm:t>
    </dgm:pt>
    <dgm:pt modelId="{ED81B8CB-83B4-4717-8D9B-6002994A9655}" type="parTrans" cxnId="{AF860553-6634-4648-A707-F6F57CF79DCA}">
      <dgm:prSet/>
      <dgm:spPr/>
      <dgm:t>
        <a:bodyPr/>
        <a:lstStyle/>
        <a:p>
          <a:endParaRPr lang="en-US"/>
        </a:p>
      </dgm:t>
    </dgm:pt>
    <dgm:pt modelId="{06E0ADB3-D87A-4C5A-9C57-90070B0F47F1}" type="sibTrans" cxnId="{AF860553-6634-4648-A707-F6F57CF79DCA}">
      <dgm:prSet/>
      <dgm:spPr/>
      <dgm:t>
        <a:bodyPr/>
        <a:lstStyle/>
        <a:p>
          <a:endParaRPr lang="en-US"/>
        </a:p>
      </dgm:t>
    </dgm:pt>
    <dgm:pt modelId="{5329A121-3198-41D1-B854-B5704F169756}">
      <dgm:prSet/>
      <dgm:spPr/>
      <dgm:t>
        <a:bodyPr/>
        <a:lstStyle/>
        <a:p>
          <a:r>
            <a:rPr lang="pl-PL" noProof="0" dirty="0"/>
            <a:t>GRANT SELECT ON ksiazki TO gosc;</a:t>
          </a:r>
        </a:p>
      </dgm:t>
    </dgm:pt>
    <dgm:pt modelId="{890B3247-AC58-410B-A9E6-F17B6CA86992}" type="parTrans" cxnId="{D5673B7A-43DD-4BB1-8937-1CAC316AF7DE}">
      <dgm:prSet/>
      <dgm:spPr/>
      <dgm:t>
        <a:bodyPr/>
        <a:lstStyle/>
        <a:p>
          <a:endParaRPr lang="en-US"/>
        </a:p>
      </dgm:t>
    </dgm:pt>
    <dgm:pt modelId="{9E509842-5B64-41C0-A54A-073E110B75D8}" type="sibTrans" cxnId="{D5673B7A-43DD-4BB1-8937-1CAC316AF7DE}">
      <dgm:prSet/>
      <dgm:spPr/>
      <dgm:t>
        <a:bodyPr/>
        <a:lstStyle/>
        <a:p>
          <a:endParaRPr lang="en-US"/>
        </a:p>
      </dgm:t>
    </dgm:pt>
    <dgm:pt modelId="{C08A54A3-9204-4922-BDC1-529A3EED5ED5}">
      <dgm:prSet/>
      <dgm:spPr/>
      <dgm:t>
        <a:bodyPr/>
        <a:lstStyle/>
        <a:p>
          <a:r>
            <a:rPr lang="pl-PL" noProof="0" dirty="0"/>
            <a:t>REVOKE ALL ON </a:t>
          </a:r>
          <a:r>
            <a:rPr lang="pl-PL" noProof="0" dirty="0" err="1"/>
            <a:t>uzytkownicy</a:t>
          </a:r>
          <a:r>
            <a:rPr lang="pl-PL" noProof="0" dirty="0"/>
            <a:t> FROM gosc;</a:t>
          </a:r>
        </a:p>
      </dgm:t>
    </dgm:pt>
    <dgm:pt modelId="{FE8D40EA-7F1D-49DB-9ABB-38E9236D7B81}" type="parTrans" cxnId="{3D99A555-2153-4C76-B502-D958875756BC}">
      <dgm:prSet/>
      <dgm:spPr/>
      <dgm:t>
        <a:bodyPr/>
        <a:lstStyle/>
        <a:p>
          <a:endParaRPr lang="en-US"/>
        </a:p>
      </dgm:t>
    </dgm:pt>
    <dgm:pt modelId="{F9FF4121-473D-4D8C-80B8-5719C362A8DE}" type="sibTrans" cxnId="{3D99A555-2153-4C76-B502-D958875756BC}">
      <dgm:prSet/>
      <dgm:spPr/>
      <dgm:t>
        <a:bodyPr/>
        <a:lstStyle/>
        <a:p>
          <a:endParaRPr lang="en-US"/>
        </a:p>
      </dgm:t>
    </dgm:pt>
    <dgm:pt modelId="{3E6CEFDD-6FD0-4881-95BF-174FF540262E}" type="pres">
      <dgm:prSet presAssocID="{9CBAB951-200C-4725-AEAF-7A845627C43B}" presName="diagram" presStyleCnt="0">
        <dgm:presLayoutVars>
          <dgm:dir/>
          <dgm:resizeHandles val="exact"/>
        </dgm:presLayoutVars>
      </dgm:prSet>
      <dgm:spPr/>
    </dgm:pt>
    <dgm:pt modelId="{1DBADC34-0626-4F73-8F94-79F810E8A4C0}" type="pres">
      <dgm:prSet presAssocID="{C994DF18-1F67-40D3-91C2-B6920AC9ADF7}" presName="node" presStyleLbl="node1" presStyleIdx="0" presStyleCnt="8">
        <dgm:presLayoutVars>
          <dgm:bulletEnabled val="1"/>
        </dgm:presLayoutVars>
      </dgm:prSet>
      <dgm:spPr/>
    </dgm:pt>
    <dgm:pt modelId="{7AB3FF8B-2102-441F-897F-1006FDF46D4F}" type="pres">
      <dgm:prSet presAssocID="{C97E6FC6-CCFB-474A-ADFE-8804B39AEACD}" presName="sibTrans" presStyleCnt="0"/>
      <dgm:spPr/>
    </dgm:pt>
    <dgm:pt modelId="{3D88BB92-88ED-4104-9A69-24D9BE7FA91F}" type="pres">
      <dgm:prSet presAssocID="{FBA2F3AA-5ED8-45CB-B48A-96B102682A05}" presName="node" presStyleLbl="node1" presStyleIdx="1" presStyleCnt="8">
        <dgm:presLayoutVars>
          <dgm:bulletEnabled val="1"/>
        </dgm:presLayoutVars>
      </dgm:prSet>
      <dgm:spPr/>
    </dgm:pt>
    <dgm:pt modelId="{1448FDCC-31D3-4233-8314-F0E384EC2075}" type="pres">
      <dgm:prSet presAssocID="{11BB9FD3-8586-43E2-90C9-368C369C75FA}" presName="sibTrans" presStyleCnt="0"/>
      <dgm:spPr/>
    </dgm:pt>
    <dgm:pt modelId="{EF777E35-95B8-4767-8DE1-38685C126B26}" type="pres">
      <dgm:prSet presAssocID="{3F0281BF-201A-4CF5-AB67-61D2736C0D37}" presName="node" presStyleLbl="node1" presStyleIdx="2" presStyleCnt="8">
        <dgm:presLayoutVars>
          <dgm:bulletEnabled val="1"/>
        </dgm:presLayoutVars>
      </dgm:prSet>
      <dgm:spPr/>
    </dgm:pt>
    <dgm:pt modelId="{294B5D40-964A-435F-9F85-0324ABE3F95C}" type="pres">
      <dgm:prSet presAssocID="{507C4B6E-683E-4C82-918A-52378EC636E6}" presName="sibTrans" presStyleCnt="0"/>
      <dgm:spPr/>
    </dgm:pt>
    <dgm:pt modelId="{BFECAC49-AC02-497F-B29B-8D990A24201C}" type="pres">
      <dgm:prSet presAssocID="{71C92EC0-156A-4C41-AB66-B8322EA920D4}" presName="node" presStyleLbl="node1" presStyleIdx="3" presStyleCnt="8" custLinFactX="-100000" custLinFactY="12665" custLinFactNeighborX="-123078" custLinFactNeighborY="100000">
        <dgm:presLayoutVars>
          <dgm:bulletEnabled val="1"/>
        </dgm:presLayoutVars>
      </dgm:prSet>
      <dgm:spPr/>
    </dgm:pt>
    <dgm:pt modelId="{87FBFB24-F756-47D8-87CA-2093A83816CC}" type="pres">
      <dgm:prSet presAssocID="{4B73B2C8-3C0D-447B-B4F6-3F8AC68894DB}" presName="sibTrans" presStyleCnt="0"/>
      <dgm:spPr/>
    </dgm:pt>
    <dgm:pt modelId="{D4423B41-CD69-4C65-B079-33766883F1B2}" type="pres">
      <dgm:prSet presAssocID="{7D043DA8-9D04-4F84-B29D-F8DEEC85AB62}" presName="node" presStyleLbl="node1" presStyleIdx="4" presStyleCnt="8" custLinFactX="100000" custLinFactNeighborX="121803" custLinFactNeighborY="-3901">
        <dgm:presLayoutVars>
          <dgm:bulletEnabled val="1"/>
        </dgm:presLayoutVars>
      </dgm:prSet>
      <dgm:spPr/>
    </dgm:pt>
    <dgm:pt modelId="{C4D8723A-9DB6-4DBD-89F7-BBADBCD67637}" type="pres">
      <dgm:prSet presAssocID="{BEFD2DC8-72EA-4F15-82C4-99773BDAD195}" presName="sibTrans" presStyleCnt="0"/>
      <dgm:spPr/>
    </dgm:pt>
    <dgm:pt modelId="{1F4DEDF5-BD0F-467E-A41D-9FE1CB78410C}" type="pres">
      <dgm:prSet presAssocID="{9ED55F09-4AF5-4660-97C3-3736086D89D9}" presName="node" presStyleLbl="node1" presStyleIdx="5" presStyleCnt="8" custLinFactX="-10126" custLinFactNeighborX="-100000" custLinFactNeighborY="-6478">
        <dgm:presLayoutVars>
          <dgm:bulletEnabled val="1"/>
        </dgm:presLayoutVars>
      </dgm:prSet>
      <dgm:spPr/>
    </dgm:pt>
    <dgm:pt modelId="{1E42E3D1-2451-4CF6-97BC-0DCFF5B1B68E}" type="pres">
      <dgm:prSet presAssocID="{06E0ADB3-D87A-4C5A-9C57-90070B0F47F1}" presName="sibTrans" presStyleCnt="0"/>
      <dgm:spPr/>
    </dgm:pt>
    <dgm:pt modelId="{FE080BC7-666B-419E-8C30-10CA0E7D0380}" type="pres">
      <dgm:prSet presAssocID="{5329A121-3198-41D1-B854-B5704F169756}" presName="node" presStyleLbl="node1" presStyleIdx="6" presStyleCnt="8" custLinFactX="10126" custLinFactNeighborX="100000" custLinFactNeighborY="-14272">
        <dgm:presLayoutVars>
          <dgm:bulletEnabled val="1"/>
        </dgm:presLayoutVars>
      </dgm:prSet>
      <dgm:spPr/>
    </dgm:pt>
    <dgm:pt modelId="{9FBA223E-5775-4BDB-8A4F-81F8A5E8028B}" type="pres">
      <dgm:prSet presAssocID="{9E509842-5B64-41C0-A54A-073E110B75D8}" presName="sibTrans" presStyleCnt="0"/>
      <dgm:spPr/>
    </dgm:pt>
    <dgm:pt modelId="{0648F96C-5224-4D39-85EF-7529E00D1FE2}" type="pres">
      <dgm:prSet presAssocID="{C08A54A3-9204-4922-BDC1-529A3EED5ED5}" presName="node" presStyleLbl="node1" presStyleIdx="7" presStyleCnt="8" custLinFactY="-16192" custLinFactNeighborX="126" custLinFactNeighborY="-100000">
        <dgm:presLayoutVars>
          <dgm:bulletEnabled val="1"/>
        </dgm:presLayoutVars>
      </dgm:prSet>
      <dgm:spPr/>
    </dgm:pt>
  </dgm:ptLst>
  <dgm:cxnLst>
    <dgm:cxn modelId="{F68A551C-CCCD-4861-83E8-5EB222BA1C38}" srcId="{9CBAB951-200C-4725-AEAF-7A845627C43B}" destId="{C994DF18-1F67-40D3-91C2-B6920AC9ADF7}" srcOrd="0" destOrd="0" parTransId="{EC255CED-F0FF-4457-A9AF-DD97052C38E3}" sibTransId="{C97E6FC6-CCFB-474A-ADFE-8804B39AEACD}"/>
    <dgm:cxn modelId="{FFF97437-8739-4954-8B4B-E2CA174FAC55}" type="presOf" srcId="{3F0281BF-201A-4CF5-AB67-61D2736C0D37}" destId="{EF777E35-95B8-4767-8DE1-38685C126B26}" srcOrd="0" destOrd="0" presId="urn:microsoft.com/office/officeart/2005/8/layout/default"/>
    <dgm:cxn modelId="{6E355738-5ADB-4326-BE12-45F1D954CB58}" srcId="{9CBAB951-200C-4725-AEAF-7A845627C43B}" destId="{71C92EC0-156A-4C41-AB66-B8322EA920D4}" srcOrd="3" destOrd="0" parTransId="{47FEF940-B1E0-4C59-966F-E5511531DD5E}" sibTransId="{4B73B2C8-3C0D-447B-B4F6-3F8AC68894DB}"/>
    <dgm:cxn modelId="{14D4453A-AD20-40EA-B61C-50DE6B4B2235}" type="presOf" srcId="{5329A121-3198-41D1-B854-B5704F169756}" destId="{FE080BC7-666B-419E-8C30-10CA0E7D0380}" srcOrd="0" destOrd="0" presId="urn:microsoft.com/office/officeart/2005/8/layout/default"/>
    <dgm:cxn modelId="{EF0DCC61-0799-4235-B12A-3CEE2781F680}" srcId="{9CBAB951-200C-4725-AEAF-7A845627C43B}" destId="{7D043DA8-9D04-4F84-B29D-F8DEEC85AB62}" srcOrd="4" destOrd="0" parTransId="{7307F028-AB56-41D5-93F3-58323DBAB2E1}" sibTransId="{BEFD2DC8-72EA-4F15-82C4-99773BDAD195}"/>
    <dgm:cxn modelId="{8E7D4152-1314-4296-95DD-453478105EF6}" type="presOf" srcId="{71C92EC0-156A-4C41-AB66-B8322EA920D4}" destId="{BFECAC49-AC02-497F-B29B-8D990A24201C}" srcOrd="0" destOrd="0" presId="urn:microsoft.com/office/officeart/2005/8/layout/default"/>
    <dgm:cxn modelId="{AF860553-6634-4648-A707-F6F57CF79DCA}" srcId="{9CBAB951-200C-4725-AEAF-7A845627C43B}" destId="{9ED55F09-4AF5-4660-97C3-3736086D89D9}" srcOrd="5" destOrd="0" parTransId="{ED81B8CB-83B4-4717-8D9B-6002994A9655}" sibTransId="{06E0ADB3-D87A-4C5A-9C57-90070B0F47F1}"/>
    <dgm:cxn modelId="{B080E673-C199-4556-BAF9-57FFF3A5FA2D}" srcId="{9CBAB951-200C-4725-AEAF-7A845627C43B}" destId="{3F0281BF-201A-4CF5-AB67-61D2736C0D37}" srcOrd="2" destOrd="0" parTransId="{8B70F914-D2BB-47CF-8154-32BFE9DCC146}" sibTransId="{507C4B6E-683E-4C82-918A-52378EC636E6}"/>
    <dgm:cxn modelId="{3D99A555-2153-4C76-B502-D958875756BC}" srcId="{9CBAB951-200C-4725-AEAF-7A845627C43B}" destId="{C08A54A3-9204-4922-BDC1-529A3EED5ED5}" srcOrd="7" destOrd="0" parTransId="{FE8D40EA-7F1D-49DB-9ABB-38E9236D7B81}" sibTransId="{F9FF4121-473D-4D8C-80B8-5719C362A8DE}"/>
    <dgm:cxn modelId="{903C4658-EAF3-4C3B-90EB-565F69591C69}" type="presOf" srcId="{C994DF18-1F67-40D3-91C2-B6920AC9ADF7}" destId="{1DBADC34-0626-4F73-8F94-79F810E8A4C0}" srcOrd="0" destOrd="0" presId="urn:microsoft.com/office/officeart/2005/8/layout/default"/>
    <dgm:cxn modelId="{D5673B7A-43DD-4BB1-8937-1CAC316AF7DE}" srcId="{9CBAB951-200C-4725-AEAF-7A845627C43B}" destId="{5329A121-3198-41D1-B854-B5704F169756}" srcOrd="6" destOrd="0" parTransId="{890B3247-AC58-410B-A9E6-F17B6CA86992}" sibTransId="{9E509842-5B64-41C0-A54A-073E110B75D8}"/>
    <dgm:cxn modelId="{20942A90-3B3C-4AA4-B472-D0A9511D5778}" srcId="{9CBAB951-200C-4725-AEAF-7A845627C43B}" destId="{FBA2F3AA-5ED8-45CB-B48A-96B102682A05}" srcOrd="1" destOrd="0" parTransId="{9A6E637F-EBC2-4C91-A434-685F93D5F783}" sibTransId="{11BB9FD3-8586-43E2-90C9-368C369C75FA}"/>
    <dgm:cxn modelId="{1F014490-7EFF-4BEC-8DA3-96BF56728003}" type="presOf" srcId="{FBA2F3AA-5ED8-45CB-B48A-96B102682A05}" destId="{3D88BB92-88ED-4104-9A69-24D9BE7FA91F}" srcOrd="0" destOrd="0" presId="urn:microsoft.com/office/officeart/2005/8/layout/default"/>
    <dgm:cxn modelId="{EFDB1ABA-8141-4425-A18A-FEFEB09866E9}" type="presOf" srcId="{7D043DA8-9D04-4F84-B29D-F8DEEC85AB62}" destId="{D4423B41-CD69-4C65-B079-33766883F1B2}" srcOrd="0" destOrd="0" presId="urn:microsoft.com/office/officeart/2005/8/layout/default"/>
    <dgm:cxn modelId="{44DDD1C8-E46E-4065-9062-307D76B1D7DF}" type="presOf" srcId="{9ED55F09-4AF5-4660-97C3-3736086D89D9}" destId="{1F4DEDF5-BD0F-467E-A41D-9FE1CB78410C}" srcOrd="0" destOrd="0" presId="urn:microsoft.com/office/officeart/2005/8/layout/default"/>
    <dgm:cxn modelId="{AC482AF0-7DE1-4E40-AAC3-228F84469247}" type="presOf" srcId="{C08A54A3-9204-4922-BDC1-529A3EED5ED5}" destId="{0648F96C-5224-4D39-85EF-7529E00D1FE2}" srcOrd="0" destOrd="0" presId="urn:microsoft.com/office/officeart/2005/8/layout/default"/>
    <dgm:cxn modelId="{D80597FA-0033-4E5A-BFD3-3B926BA18813}" type="presOf" srcId="{9CBAB951-200C-4725-AEAF-7A845627C43B}" destId="{3E6CEFDD-6FD0-4881-95BF-174FF540262E}" srcOrd="0" destOrd="0" presId="urn:microsoft.com/office/officeart/2005/8/layout/default"/>
    <dgm:cxn modelId="{CAE95FA0-D548-4933-9DC5-46E41E1CEE03}" type="presParOf" srcId="{3E6CEFDD-6FD0-4881-95BF-174FF540262E}" destId="{1DBADC34-0626-4F73-8F94-79F810E8A4C0}" srcOrd="0" destOrd="0" presId="urn:microsoft.com/office/officeart/2005/8/layout/default"/>
    <dgm:cxn modelId="{02078C6F-FD83-4F5F-A8C1-4D2385E64D1C}" type="presParOf" srcId="{3E6CEFDD-6FD0-4881-95BF-174FF540262E}" destId="{7AB3FF8B-2102-441F-897F-1006FDF46D4F}" srcOrd="1" destOrd="0" presId="urn:microsoft.com/office/officeart/2005/8/layout/default"/>
    <dgm:cxn modelId="{A84A89F4-B089-43B8-9E99-8AA4289433F7}" type="presParOf" srcId="{3E6CEFDD-6FD0-4881-95BF-174FF540262E}" destId="{3D88BB92-88ED-4104-9A69-24D9BE7FA91F}" srcOrd="2" destOrd="0" presId="urn:microsoft.com/office/officeart/2005/8/layout/default"/>
    <dgm:cxn modelId="{6E67FB4B-B518-4562-8364-F9DAEC547B7C}" type="presParOf" srcId="{3E6CEFDD-6FD0-4881-95BF-174FF540262E}" destId="{1448FDCC-31D3-4233-8314-F0E384EC2075}" srcOrd="3" destOrd="0" presId="urn:microsoft.com/office/officeart/2005/8/layout/default"/>
    <dgm:cxn modelId="{1A70A6A5-DE44-48C2-AFA8-B45EC72727C7}" type="presParOf" srcId="{3E6CEFDD-6FD0-4881-95BF-174FF540262E}" destId="{EF777E35-95B8-4767-8DE1-38685C126B26}" srcOrd="4" destOrd="0" presId="urn:microsoft.com/office/officeart/2005/8/layout/default"/>
    <dgm:cxn modelId="{C2058BAA-A3A8-4FFF-B61D-7B8FE974A8FB}" type="presParOf" srcId="{3E6CEFDD-6FD0-4881-95BF-174FF540262E}" destId="{294B5D40-964A-435F-9F85-0324ABE3F95C}" srcOrd="5" destOrd="0" presId="urn:microsoft.com/office/officeart/2005/8/layout/default"/>
    <dgm:cxn modelId="{4C6E64FC-5F50-4BFA-865E-C3E694E3FAD0}" type="presParOf" srcId="{3E6CEFDD-6FD0-4881-95BF-174FF540262E}" destId="{BFECAC49-AC02-497F-B29B-8D990A24201C}" srcOrd="6" destOrd="0" presId="urn:microsoft.com/office/officeart/2005/8/layout/default"/>
    <dgm:cxn modelId="{CC4962C0-7504-4AC9-A0F1-0F9F0966D0B2}" type="presParOf" srcId="{3E6CEFDD-6FD0-4881-95BF-174FF540262E}" destId="{87FBFB24-F756-47D8-87CA-2093A83816CC}" srcOrd="7" destOrd="0" presId="urn:microsoft.com/office/officeart/2005/8/layout/default"/>
    <dgm:cxn modelId="{A6F64E93-0BB7-4885-BA8E-C191EADB5049}" type="presParOf" srcId="{3E6CEFDD-6FD0-4881-95BF-174FF540262E}" destId="{D4423B41-CD69-4C65-B079-33766883F1B2}" srcOrd="8" destOrd="0" presId="urn:microsoft.com/office/officeart/2005/8/layout/default"/>
    <dgm:cxn modelId="{805917FB-D2C7-4535-A3C3-0BA70CEE3F3C}" type="presParOf" srcId="{3E6CEFDD-6FD0-4881-95BF-174FF540262E}" destId="{C4D8723A-9DB6-4DBD-89F7-BBADBCD67637}" srcOrd="9" destOrd="0" presId="urn:microsoft.com/office/officeart/2005/8/layout/default"/>
    <dgm:cxn modelId="{522617CA-426D-4A16-BCB7-CDA07A4C9D41}" type="presParOf" srcId="{3E6CEFDD-6FD0-4881-95BF-174FF540262E}" destId="{1F4DEDF5-BD0F-467E-A41D-9FE1CB78410C}" srcOrd="10" destOrd="0" presId="urn:microsoft.com/office/officeart/2005/8/layout/default"/>
    <dgm:cxn modelId="{F6FB2A24-42D3-47FB-947B-A612C22CD3E0}" type="presParOf" srcId="{3E6CEFDD-6FD0-4881-95BF-174FF540262E}" destId="{1E42E3D1-2451-4CF6-97BC-0DCFF5B1B68E}" srcOrd="11" destOrd="0" presId="urn:microsoft.com/office/officeart/2005/8/layout/default"/>
    <dgm:cxn modelId="{A8493A79-304E-4902-90C1-B1DD9F013B3D}" type="presParOf" srcId="{3E6CEFDD-6FD0-4881-95BF-174FF540262E}" destId="{FE080BC7-666B-419E-8C30-10CA0E7D0380}" srcOrd="12" destOrd="0" presId="urn:microsoft.com/office/officeart/2005/8/layout/default"/>
    <dgm:cxn modelId="{BA147345-7111-4EAE-974F-1D8A99FBAD44}" type="presParOf" srcId="{3E6CEFDD-6FD0-4881-95BF-174FF540262E}" destId="{9FBA223E-5775-4BDB-8A4F-81F8A5E8028B}" srcOrd="13" destOrd="0" presId="urn:microsoft.com/office/officeart/2005/8/layout/default"/>
    <dgm:cxn modelId="{959BA2BA-16E6-4AC3-A12D-F9ED1000B113}" type="presParOf" srcId="{3E6CEFDD-6FD0-4881-95BF-174FF540262E}" destId="{0648F96C-5224-4D39-85EF-7529E00D1FE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57D82-30B8-41FF-8BAD-9C5E33D74CAB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1BD09-BB14-4386-96C2-982FEA96E59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5995A-A2B3-4D41-A67F-49332C53D216}">
      <dsp:nvSpPr>
        <dsp:cNvPr id="0" name=""/>
        <dsp:cNvSpPr/>
      </dsp:nvSpPr>
      <dsp:spPr>
        <a:xfrm>
          <a:off x="1357965" y="2319"/>
          <a:ext cx="281036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1. Zasoby:</a:t>
          </a:r>
        </a:p>
      </dsp:txBody>
      <dsp:txXfrm>
        <a:off x="1357965" y="2319"/>
        <a:ext cx="2810369" cy="1175727"/>
      </dsp:txXfrm>
    </dsp:sp>
    <dsp:sp modelId="{0CCBEFF9-C1C2-4C82-989A-F71B9C69431A}">
      <dsp:nvSpPr>
        <dsp:cNvPr id="0" name=""/>
        <dsp:cNvSpPr/>
      </dsp:nvSpPr>
      <dsp:spPr>
        <a:xfrm>
          <a:off x="4168334" y="2319"/>
          <a:ext cx="2076930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Ksiazki (Magazyn)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Filie (Lokalizacje)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Kategorie (Gatunki)</a:t>
          </a:r>
        </a:p>
      </dsp:txBody>
      <dsp:txXfrm>
        <a:off x="4168334" y="2319"/>
        <a:ext cx="2076930" cy="1175727"/>
      </dsp:txXfrm>
    </dsp:sp>
    <dsp:sp modelId="{C898D591-E3DC-429D-AA5B-85DC82A8457E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8548D-A489-41BE-B2B2-8090BE23CCBE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D7F8A-E9AE-498D-AA05-16E142FAA492}">
      <dsp:nvSpPr>
        <dsp:cNvPr id="0" name=""/>
        <dsp:cNvSpPr/>
      </dsp:nvSpPr>
      <dsp:spPr>
        <a:xfrm>
          <a:off x="1357965" y="1471979"/>
          <a:ext cx="281036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2. Użytkownicy:</a:t>
          </a:r>
        </a:p>
      </dsp:txBody>
      <dsp:txXfrm>
        <a:off x="1357965" y="1471979"/>
        <a:ext cx="2810369" cy="1175727"/>
      </dsp:txXfrm>
    </dsp:sp>
    <dsp:sp modelId="{6012F3D9-E272-4D75-8C97-ED4BC4AC25C9}">
      <dsp:nvSpPr>
        <dsp:cNvPr id="0" name=""/>
        <dsp:cNvSpPr/>
      </dsp:nvSpPr>
      <dsp:spPr>
        <a:xfrm>
          <a:off x="4168334" y="1471979"/>
          <a:ext cx="2076930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Dane osobowe, hasła (hash)</a:t>
          </a:r>
        </a:p>
      </dsp:txBody>
      <dsp:txXfrm>
        <a:off x="4168334" y="1471979"/>
        <a:ext cx="2076930" cy="1175727"/>
      </dsp:txXfrm>
    </dsp:sp>
    <dsp:sp modelId="{A93FFF9A-12FC-4405-9EE0-E9ABA049FCBE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1846B-32B3-43FF-B591-9F7E9775D1F9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4984D-698A-4075-A7D7-10538FA3B71B}">
      <dsp:nvSpPr>
        <dsp:cNvPr id="0" name=""/>
        <dsp:cNvSpPr/>
      </dsp:nvSpPr>
      <dsp:spPr>
        <a:xfrm>
          <a:off x="1357965" y="2941639"/>
          <a:ext cx="281036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3. Logika Biznesowa:</a:t>
          </a:r>
        </a:p>
      </dsp:txBody>
      <dsp:txXfrm>
        <a:off x="1357965" y="2941639"/>
        <a:ext cx="2810369" cy="1175727"/>
      </dsp:txXfrm>
    </dsp:sp>
    <dsp:sp modelId="{0B2E8381-E5A4-425D-9CAA-EFC947D09AD9}">
      <dsp:nvSpPr>
        <dsp:cNvPr id="0" name=""/>
        <dsp:cNvSpPr/>
      </dsp:nvSpPr>
      <dsp:spPr>
        <a:xfrm>
          <a:off x="4168334" y="2941639"/>
          <a:ext cx="2076930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Wypozyczenia, Zwroty, Rezerwacje</a:t>
          </a:r>
        </a:p>
      </dsp:txBody>
      <dsp:txXfrm>
        <a:off x="4168334" y="2941639"/>
        <a:ext cx="2076930" cy="1175727"/>
      </dsp:txXfrm>
    </dsp:sp>
    <dsp:sp modelId="{CD18ACDF-9D4C-474E-AA29-41D0676D9B72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E50C5-B14B-49CF-9624-75851AE25CD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B5752-C990-45F2-87B2-A117766F91AC}">
      <dsp:nvSpPr>
        <dsp:cNvPr id="0" name=""/>
        <dsp:cNvSpPr/>
      </dsp:nvSpPr>
      <dsp:spPr>
        <a:xfrm>
          <a:off x="1357965" y="4411299"/>
          <a:ext cx="281036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4. Kontrola:</a:t>
          </a:r>
        </a:p>
      </dsp:txBody>
      <dsp:txXfrm>
        <a:off x="1357965" y="4411299"/>
        <a:ext cx="2810369" cy="1175727"/>
      </dsp:txXfrm>
    </dsp:sp>
    <dsp:sp modelId="{15510CCE-7514-46E5-A338-6A69D7D994B4}">
      <dsp:nvSpPr>
        <dsp:cNvPr id="0" name=""/>
        <dsp:cNvSpPr/>
      </dsp:nvSpPr>
      <dsp:spPr>
        <a:xfrm>
          <a:off x="4168334" y="4411299"/>
          <a:ext cx="2076930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noProof="0" dirty="0"/>
            <a:t>- Kary, Komentarze, Wejścia</a:t>
          </a:r>
        </a:p>
      </dsp:txBody>
      <dsp:txXfrm>
        <a:off x="4168334" y="4411299"/>
        <a:ext cx="2076930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EA34F-8E53-4417-B1A3-10D24BE939F8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 noProof="0" dirty="0"/>
        </a:p>
      </dsp:txBody>
      <dsp:txXfrm>
        <a:off x="2874024" y="751961"/>
        <a:ext cx="28878" cy="5775"/>
      </dsp:txXfrm>
    </dsp:sp>
    <dsp:sp modelId="{20BCA518-C208-4B5E-818D-CE5D72CCB376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- Klucze Obce (FK): Blokada usunięcia użytkownika z aktywnym wypożyczeniem.</a:t>
          </a:r>
        </a:p>
      </dsp:txBody>
      <dsp:txXfrm>
        <a:off x="105624" y="1502"/>
        <a:ext cx="2511156" cy="1506693"/>
      </dsp:txXfrm>
    </dsp:sp>
    <dsp:sp modelId="{B4CCC603-A12D-4D6B-B878-CC095E197038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 noProof="0" dirty="0"/>
        </a:p>
      </dsp:txBody>
      <dsp:txXfrm>
        <a:off x="2827007" y="1776991"/>
        <a:ext cx="157112" cy="5775"/>
      </dsp:txXfrm>
    </dsp:sp>
    <dsp:sp modelId="{AB6770E1-7697-4692-9BC8-C5245B8264E9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- </a:t>
          </a:r>
          <a:r>
            <a:rPr lang="pl-PL" sz="1600" kern="1200" noProof="0" dirty="0" err="1"/>
            <a:t>Constrainty</a:t>
          </a:r>
          <a:r>
            <a:rPr lang="pl-PL" sz="1600" kern="1200" noProof="0" dirty="0"/>
            <a:t> (CHECK): Oceny 1-10, Płeć ze słownika.</a:t>
          </a:r>
        </a:p>
      </dsp:txBody>
      <dsp:txXfrm>
        <a:off x="3194346" y="1502"/>
        <a:ext cx="2511156" cy="1506693"/>
      </dsp:txXfrm>
    </dsp:sp>
    <dsp:sp modelId="{F8BE3D3B-6303-44BC-B378-01884C6D55CD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 noProof="0" dirty="0"/>
        </a:p>
      </dsp:txBody>
      <dsp:txXfrm>
        <a:off x="2874024" y="2836221"/>
        <a:ext cx="28878" cy="5775"/>
      </dsp:txXfrm>
    </dsp:sp>
    <dsp:sp modelId="{379FE875-0F22-49D2-BCD3-41C73BAB97EB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Przykład kodu:</a:t>
          </a:r>
        </a:p>
      </dsp:txBody>
      <dsp:txXfrm>
        <a:off x="105624" y="2085762"/>
        <a:ext cx="2511156" cy="1506693"/>
      </dsp:txXfrm>
    </dsp:sp>
    <dsp:sp modelId="{2D60BC26-50D9-4DA7-9D16-32A978D0088A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 noProof="0" dirty="0"/>
        </a:p>
      </dsp:txBody>
      <dsp:txXfrm>
        <a:off x="2827007" y="3861251"/>
        <a:ext cx="157112" cy="5775"/>
      </dsp:txXfrm>
    </dsp:sp>
    <dsp:sp modelId="{66B67FDD-B70B-44AE-ACCE-BC8D57D17C55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ALTER TABLE wypozyczenia</a:t>
          </a:r>
        </a:p>
      </dsp:txBody>
      <dsp:txXfrm>
        <a:off x="3194346" y="2085762"/>
        <a:ext cx="2511156" cy="1506693"/>
      </dsp:txXfrm>
    </dsp:sp>
    <dsp:sp modelId="{275B9808-B9BC-42FD-9AEF-A5E2A5C1C12E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 noProof="0" dirty="0"/>
        </a:p>
      </dsp:txBody>
      <dsp:txXfrm>
        <a:off x="2874024" y="4920481"/>
        <a:ext cx="28878" cy="5775"/>
      </dsp:txXfrm>
    </dsp:sp>
    <dsp:sp modelId="{302EA10D-BA4D-497C-B183-CC9CD42CF11E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ADD CONSTRAINT </a:t>
          </a:r>
          <a:r>
            <a:rPr lang="pl-PL" sz="1600" kern="1200" noProof="0" dirty="0" err="1"/>
            <a:t>check_planowana_data</a:t>
          </a:r>
          <a:endParaRPr lang="pl-PL" sz="1600" kern="1200" noProof="0" dirty="0"/>
        </a:p>
      </dsp:txBody>
      <dsp:txXfrm>
        <a:off x="105624" y="4170022"/>
        <a:ext cx="2511156" cy="1506693"/>
      </dsp:txXfrm>
    </dsp:sp>
    <dsp:sp modelId="{E233C5AB-D0A3-480B-8DF5-BABBB58D6D96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noProof="0" dirty="0"/>
            <a:t>CHECK (</a:t>
          </a:r>
          <a:r>
            <a:rPr lang="pl-PL" sz="1600" kern="1200" noProof="0" dirty="0" err="1"/>
            <a:t>planowana_data_zwrotu</a:t>
          </a:r>
          <a:r>
            <a:rPr lang="pl-PL" sz="1600" kern="1200" noProof="0" dirty="0"/>
            <a:t> &gt;= </a:t>
          </a:r>
          <a:r>
            <a:rPr lang="pl-PL" sz="1600" kern="1200" noProof="0" dirty="0" err="1"/>
            <a:t>data_wypozyczenia</a:t>
          </a:r>
          <a:r>
            <a:rPr lang="pl-PL" sz="1600" kern="1200" noProof="0" dirty="0"/>
            <a:t>);</a:t>
          </a:r>
        </a:p>
      </dsp:txBody>
      <dsp:txXfrm>
        <a:off x="3194346" y="4170022"/>
        <a:ext cx="2511156" cy="1506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2A632-E312-4B99-9495-2A9323A605DE}">
      <dsp:nvSpPr>
        <dsp:cNvPr id="0" name=""/>
        <dsp:cNvSpPr/>
      </dsp:nvSpPr>
      <dsp:spPr>
        <a:xfrm>
          <a:off x="0" y="2772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3987A-EDCE-4885-985E-1043CF5EDE43}">
      <dsp:nvSpPr>
        <dsp:cNvPr id="0" name=""/>
        <dsp:cNvSpPr/>
      </dsp:nvSpPr>
      <dsp:spPr>
        <a:xfrm>
          <a:off x="0" y="2772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Dwa Triggery eliminujące błędy ludzkie:</a:t>
          </a:r>
        </a:p>
      </dsp:txBody>
      <dsp:txXfrm>
        <a:off x="0" y="2772"/>
        <a:ext cx="5811128" cy="945445"/>
      </dsp:txXfrm>
    </dsp:sp>
    <dsp:sp modelId="{8AA6D1F3-3B36-43BE-98C4-E406C67C4E6C}">
      <dsp:nvSpPr>
        <dsp:cNvPr id="0" name=""/>
        <dsp:cNvSpPr/>
      </dsp:nvSpPr>
      <dsp:spPr>
        <a:xfrm>
          <a:off x="0" y="948218"/>
          <a:ext cx="58111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DF696-D468-41BF-8C27-A03A1E1CB625}">
      <dsp:nvSpPr>
        <dsp:cNvPr id="0" name=""/>
        <dsp:cNvSpPr/>
      </dsp:nvSpPr>
      <dsp:spPr>
        <a:xfrm>
          <a:off x="0" y="948218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1. Przy Wypożyczeniu (INSERT):</a:t>
          </a:r>
        </a:p>
      </dsp:txBody>
      <dsp:txXfrm>
        <a:off x="0" y="948218"/>
        <a:ext cx="5811128" cy="945445"/>
      </dsp:txXfrm>
    </dsp:sp>
    <dsp:sp modelId="{B550850A-B6AC-456F-AF16-05941157D6C0}">
      <dsp:nvSpPr>
        <dsp:cNvPr id="0" name=""/>
        <dsp:cNvSpPr/>
      </dsp:nvSpPr>
      <dsp:spPr>
        <a:xfrm>
          <a:off x="0" y="1893663"/>
          <a:ext cx="58111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F87F7-7AD7-4287-A1EF-91C58C9DD144}">
      <dsp:nvSpPr>
        <dsp:cNvPr id="0" name=""/>
        <dsp:cNvSpPr/>
      </dsp:nvSpPr>
      <dsp:spPr>
        <a:xfrm>
          <a:off x="0" y="1893663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-&gt; Trigger zmienia status książki na 'wypożyczony'.</a:t>
          </a:r>
        </a:p>
      </dsp:txBody>
      <dsp:txXfrm>
        <a:off x="0" y="1893663"/>
        <a:ext cx="5811128" cy="945445"/>
      </dsp:txXfrm>
    </dsp:sp>
    <dsp:sp modelId="{18D705FF-AC8D-4013-AE25-8D560296E698}">
      <dsp:nvSpPr>
        <dsp:cNvPr id="0" name=""/>
        <dsp:cNvSpPr/>
      </dsp:nvSpPr>
      <dsp:spPr>
        <a:xfrm>
          <a:off x="0" y="2839109"/>
          <a:ext cx="58111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391A-C4E4-4741-9E9D-F87357FFD5AA}">
      <dsp:nvSpPr>
        <dsp:cNvPr id="0" name=""/>
        <dsp:cNvSpPr/>
      </dsp:nvSpPr>
      <dsp:spPr>
        <a:xfrm>
          <a:off x="0" y="2839109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2. Przy Zwrocie (INSERT):</a:t>
          </a:r>
        </a:p>
      </dsp:txBody>
      <dsp:txXfrm>
        <a:off x="0" y="2839109"/>
        <a:ext cx="5811128" cy="945445"/>
      </dsp:txXfrm>
    </dsp:sp>
    <dsp:sp modelId="{855BBDF8-0F19-42EB-A36B-41137D9BE76D}">
      <dsp:nvSpPr>
        <dsp:cNvPr id="0" name=""/>
        <dsp:cNvSpPr/>
      </dsp:nvSpPr>
      <dsp:spPr>
        <a:xfrm>
          <a:off x="0" y="3784555"/>
          <a:ext cx="581112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B3827-C3BE-46FD-8C36-8AA9C599F1B7}">
      <dsp:nvSpPr>
        <dsp:cNvPr id="0" name=""/>
        <dsp:cNvSpPr/>
      </dsp:nvSpPr>
      <dsp:spPr>
        <a:xfrm>
          <a:off x="0" y="3784555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-&gt; Trigger zmienia status książki na 'dostępny'.</a:t>
          </a:r>
        </a:p>
      </dsp:txBody>
      <dsp:txXfrm>
        <a:off x="0" y="3784555"/>
        <a:ext cx="5811128" cy="945445"/>
      </dsp:txXfrm>
    </dsp:sp>
    <dsp:sp modelId="{A1602301-E34A-4BED-B45A-44B0C87C3B77}">
      <dsp:nvSpPr>
        <dsp:cNvPr id="0" name=""/>
        <dsp:cNvSpPr/>
      </dsp:nvSpPr>
      <dsp:spPr>
        <a:xfrm>
          <a:off x="0" y="4730000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DD0AB-877D-4967-AB20-DC09AB061938}">
      <dsp:nvSpPr>
        <dsp:cNvPr id="0" name=""/>
        <dsp:cNvSpPr/>
      </dsp:nvSpPr>
      <dsp:spPr>
        <a:xfrm>
          <a:off x="0" y="4730000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noProof="0" dirty="0"/>
            <a:t>Dzięki temu katalog online jest zawsze aktualny bez dodatkowego klikania.</a:t>
          </a:r>
        </a:p>
      </dsp:txBody>
      <dsp:txXfrm>
        <a:off x="0" y="4730000"/>
        <a:ext cx="5811128" cy="945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1E53AF-5077-4519-91B7-ABE5B4095965}">
      <dsp:nvSpPr>
        <dsp:cNvPr id="0" name=""/>
        <dsp:cNvSpPr/>
      </dsp:nvSpPr>
      <dsp:spPr>
        <a:xfrm>
          <a:off x="0" y="693"/>
          <a:ext cx="58111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9ECA6-3101-4AF1-AA5D-ED3B3E58C527}">
      <dsp:nvSpPr>
        <dsp:cNvPr id="0" name=""/>
        <dsp:cNvSpPr/>
      </dsp:nvSpPr>
      <dsp:spPr>
        <a:xfrm>
          <a:off x="0" y="693"/>
          <a:ext cx="5811128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 noProof="0" dirty="0"/>
            <a:t>Elementy ułatwiające zarządzanie:</a:t>
          </a:r>
        </a:p>
      </dsp:txBody>
      <dsp:txXfrm>
        <a:off x="0" y="693"/>
        <a:ext cx="5811128" cy="1135366"/>
      </dsp:txXfrm>
    </dsp:sp>
    <dsp:sp modelId="{6B21B8F5-C9C0-4206-8F03-107A68ACC00A}">
      <dsp:nvSpPr>
        <dsp:cNvPr id="0" name=""/>
        <dsp:cNvSpPr/>
      </dsp:nvSpPr>
      <dsp:spPr>
        <a:xfrm>
          <a:off x="0" y="1136059"/>
          <a:ext cx="5811128" cy="0"/>
        </a:xfrm>
        <a:prstGeom prst="lin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E194A-1FD0-4F15-80B5-EDFB0A4F36F8}">
      <dsp:nvSpPr>
        <dsp:cNvPr id="0" name=""/>
        <dsp:cNvSpPr/>
      </dsp:nvSpPr>
      <dsp:spPr>
        <a:xfrm>
          <a:off x="0" y="1136059"/>
          <a:ext cx="5811128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 noProof="0" dirty="0"/>
            <a:t>1. Widok (VIEW): Lista Dłużników</a:t>
          </a:r>
        </a:p>
      </dsp:txBody>
      <dsp:txXfrm>
        <a:off x="0" y="1136059"/>
        <a:ext cx="5811128" cy="1135366"/>
      </dsp:txXfrm>
    </dsp:sp>
    <dsp:sp modelId="{A125F4B8-E5EA-4FC8-B30A-5CF400AD479F}">
      <dsp:nvSpPr>
        <dsp:cNvPr id="0" name=""/>
        <dsp:cNvSpPr/>
      </dsp:nvSpPr>
      <dsp:spPr>
        <a:xfrm>
          <a:off x="0" y="2271426"/>
          <a:ext cx="5811128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1F3E9-2F5A-4ABA-8DF7-F2240E256965}">
      <dsp:nvSpPr>
        <dsp:cNvPr id="0" name=""/>
        <dsp:cNvSpPr/>
      </dsp:nvSpPr>
      <dsp:spPr>
        <a:xfrm>
          <a:off x="0" y="2271426"/>
          <a:ext cx="5811128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 noProof="0" dirty="0"/>
            <a:t>Gotowy raport pokazujący imiona, maile i dni spóźnienia osób przetrzymujących książki.</a:t>
          </a:r>
        </a:p>
      </dsp:txBody>
      <dsp:txXfrm>
        <a:off x="0" y="2271426"/>
        <a:ext cx="5811128" cy="1135366"/>
      </dsp:txXfrm>
    </dsp:sp>
    <dsp:sp modelId="{A0935D29-1E3F-4719-B028-705E94A7EC81}">
      <dsp:nvSpPr>
        <dsp:cNvPr id="0" name=""/>
        <dsp:cNvSpPr/>
      </dsp:nvSpPr>
      <dsp:spPr>
        <a:xfrm>
          <a:off x="0" y="3406792"/>
          <a:ext cx="5811128" cy="0"/>
        </a:xfrm>
        <a:prstGeom prst="lin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FB67E-41B9-4A4F-9E12-AD0C9EA92BB6}">
      <dsp:nvSpPr>
        <dsp:cNvPr id="0" name=""/>
        <dsp:cNvSpPr/>
      </dsp:nvSpPr>
      <dsp:spPr>
        <a:xfrm>
          <a:off x="0" y="3406792"/>
          <a:ext cx="5811128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 noProof="0" dirty="0"/>
            <a:t>2. Funkcja Składowana:</a:t>
          </a:r>
        </a:p>
      </dsp:txBody>
      <dsp:txXfrm>
        <a:off x="0" y="3406792"/>
        <a:ext cx="5811128" cy="1135366"/>
      </dsp:txXfrm>
    </dsp:sp>
    <dsp:sp modelId="{B5A048E9-B08D-4041-A73F-774975CCCFB2}">
      <dsp:nvSpPr>
        <dsp:cNvPr id="0" name=""/>
        <dsp:cNvSpPr/>
      </dsp:nvSpPr>
      <dsp:spPr>
        <a:xfrm>
          <a:off x="0" y="4542159"/>
          <a:ext cx="5811128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32CF6-4B4B-4DD4-82EC-368A8546A717}">
      <dsp:nvSpPr>
        <dsp:cNvPr id="0" name=""/>
        <dsp:cNvSpPr/>
      </dsp:nvSpPr>
      <dsp:spPr>
        <a:xfrm>
          <a:off x="0" y="4542159"/>
          <a:ext cx="5811128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 noProof="0" dirty="0"/>
            <a:t>Szybkie sprawdzanie dostępności książki po numerze ISBN (zwraca TRUE/FALSE).</a:t>
          </a:r>
        </a:p>
      </dsp:txBody>
      <dsp:txXfrm>
        <a:off x="0" y="4542159"/>
        <a:ext cx="5811128" cy="1135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ADC34-0626-4F73-8F94-79F810E8A4C0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Zasada najmniejszych przywilejów:</a:t>
          </a:r>
        </a:p>
      </dsp:txBody>
      <dsp:txXfrm>
        <a:off x="3080" y="587032"/>
        <a:ext cx="2444055" cy="1466433"/>
      </dsp:txXfrm>
    </dsp:sp>
    <dsp:sp modelId="{3D88BB92-88ED-4104-9A69-24D9BE7FA91F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Rola: BIBLIOTEKARZ</a:t>
          </a:r>
        </a:p>
      </dsp:txBody>
      <dsp:txXfrm>
        <a:off x="2691541" y="587032"/>
        <a:ext cx="2444055" cy="1466433"/>
      </dsp:txXfrm>
    </dsp:sp>
    <dsp:sp modelId="{EF777E35-95B8-4767-8DE1-38685C126B26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Rola: GOSC_BIBLIOTEKI</a:t>
          </a:r>
        </a:p>
      </dsp:txBody>
      <dsp:txXfrm>
        <a:off x="5380002" y="587032"/>
        <a:ext cx="2444055" cy="1466433"/>
      </dsp:txXfrm>
    </dsp:sp>
    <dsp:sp modelId="{BFECAC49-AC02-497F-B29B-8D990A24201C}">
      <dsp:nvSpPr>
        <dsp:cNvPr id="0" name=""/>
        <dsp:cNvSpPr/>
      </dsp:nvSpPr>
      <dsp:spPr>
        <a:xfrm>
          <a:off x="2616313" y="2239190"/>
          <a:ext cx="2444055" cy="14664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- Pełny dostęp do edycji zasobów.</a:t>
          </a:r>
        </a:p>
      </dsp:txBody>
      <dsp:txXfrm>
        <a:off x="2616313" y="2239190"/>
        <a:ext cx="2444055" cy="1466433"/>
      </dsp:txXfrm>
    </dsp:sp>
    <dsp:sp modelId="{D4423B41-CD69-4C65-B079-33766883F1B2}">
      <dsp:nvSpPr>
        <dsp:cNvPr id="0" name=""/>
        <dsp:cNvSpPr/>
      </dsp:nvSpPr>
      <dsp:spPr>
        <a:xfrm>
          <a:off x="5424069" y="2240666"/>
          <a:ext cx="2444055" cy="146643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- Tylko odczyt (SELECT).</a:t>
          </a:r>
        </a:p>
      </dsp:txBody>
      <dsp:txXfrm>
        <a:off x="5424069" y="2240666"/>
        <a:ext cx="2444055" cy="1466433"/>
      </dsp:txXfrm>
    </dsp:sp>
    <dsp:sp modelId="{1F4DEDF5-BD0F-467E-A41D-9FE1CB78410C}">
      <dsp:nvSpPr>
        <dsp:cNvPr id="0" name=""/>
        <dsp:cNvSpPr/>
      </dsp:nvSpPr>
      <dsp:spPr>
        <a:xfrm>
          <a:off x="1" y="2202876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- Brak dostępu do danych osobowych (RODO).</a:t>
          </a:r>
        </a:p>
      </dsp:txBody>
      <dsp:txXfrm>
        <a:off x="1" y="2202876"/>
        <a:ext cx="2444055" cy="1466433"/>
      </dsp:txXfrm>
    </dsp:sp>
    <dsp:sp modelId="{FE080BC7-666B-419E-8C30-10CA0E7D0380}">
      <dsp:nvSpPr>
        <dsp:cNvPr id="0" name=""/>
        <dsp:cNvSpPr/>
      </dsp:nvSpPr>
      <dsp:spPr>
        <a:xfrm>
          <a:off x="8071543" y="2088582"/>
          <a:ext cx="2444055" cy="14664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GRANT SELECT ON ksiazki TO gosc;</a:t>
          </a:r>
        </a:p>
      </dsp:txBody>
      <dsp:txXfrm>
        <a:off x="8071543" y="2088582"/>
        <a:ext cx="2444055" cy="1466433"/>
      </dsp:txXfrm>
    </dsp:sp>
    <dsp:sp modelId="{0648F96C-5224-4D39-85EF-7529E00D1FE2}">
      <dsp:nvSpPr>
        <dsp:cNvPr id="0" name=""/>
        <dsp:cNvSpPr/>
      </dsp:nvSpPr>
      <dsp:spPr>
        <a:xfrm>
          <a:off x="8071543" y="593993"/>
          <a:ext cx="2444055" cy="14664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noProof="0" dirty="0"/>
            <a:t>REVOKE ALL ON </a:t>
          </a:r>
          <a:r>
            <a:rPr lang="pl-PL" sz="2200" kern="1200" noProof="0" dirty="0" err="1"/>
            <a:t>uzytkownicy</a:t>
          </a:r>
          <a:r>
            <a:rPr lang="pl-PL" sz="2200" kern="1200" noProof="0" dirty="0"/>
            <a:t> FROM gosc;</a:t>
          </a:r>
        </a:p>
      </dsp:txBody>
      <dsp:txXfrm>
        <a:off x="8071543" y="593993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9E06F-DE75-4471-8769-E90B63DABC09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941F3-E558-4BF8-B8DD-B1EB915501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826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"Dzień dobry. Chciałbym przedstawić projekt kompletnego systemu bazy danych dla sieci bibliotek."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"Moim celem było nie tylko stworzenie miejsca do przechowywania danych, ale zaprojektowanie systemu, który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aktywnie pomaga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 zarządzaniu – dba o poprawność dat, bezpieczeństwo i automatyzację pracy bibliotekarza."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797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Slajd 2: Struktura Danych</a:t>
            </a:r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"Sercem systemu jest 12 powiązanych ze sobą tabel. Podzieliłem je na cztery logiczne obszary, żeby zachować porządek."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"Mamy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Zasoby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czyli to, co biblioteka posiada,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Użytkowników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czyli kto korzysta z zasobów, oraz najważniejszą część: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Logikę Biznesową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czyli tabele rejestrujące wypożyczenia i zwroty."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"Na końcu mamy moduł kontrolny, który pozwala wystawiać kary i zbierać opinie."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400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"Sama struktura to za mało – dane muszą być spójne. Wykorzystałem do tego Klucze Obce."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"Dzięki nim system nie pozwoli np. usunąć czytelnika, który wciąż ma u nas książkę."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"Dodatkowo zastosowałem tzw.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Constrainty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Przykładowo: system odrzuci próbę wpisania oceny 11/10 albo daty zwrotu, która jest wcześniejsza niż data wypożyczenia. To pierwsza linia obrony przed błędami."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458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"Tutaj widzimy pełny schemat bazy. Warto zwrócić uwagę na centralną tabelę wypozyczenia, która jest takim 'węzłem' łączącym książki z ludźmi."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"Jak widać, relacje są zaprojektowane tak, aby uniknąć redundancji – każda informacja jest trzymana tylko w jednym miejscu."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1409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"Przejdźmy do automatyzacji. Chciałem odciążyć bibliotekarzy."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"Wdrożyłem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Triggery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(wyzwalacze). Jak to działa? Bibliotekarz tylko skanuje książkę przy wydaniu. System sam, w tle, zmienia jej status w magazynie na 'Wypożyczony'."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"Przy zwrocie dzieje się to samo w drugą stronę. Dzięki temu katalog online zawsze pokazuje aktualną dostępność, bez dodatkowego klikania."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6006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"Tutaj napotkałem wyzwanie techniczne. Standardowe zabezpieczenia SQL nie pozwalają porównywać dat między dwiema różnymi tabelami."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"Musiałem więc napisać własną funkcję w języku PL/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pgSQL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"Ten specjalny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sprawdza przy zwrocie, kiedy książka była wypożyczona. Jeśli ktoś przez pomyłkę wpisze datę zwrotu </a:t>
            </a:r>
            <a:r>
              <a:rPr lang="pl-P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sprzed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wypożyczenia – system zablokuje taką operację i wyrzuci błąd. To gwarantuje logiczną spójność historii."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8105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"Baza danych to nie tylko magazyn, to narzędzie analityczne."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"Stworzyłem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Widoki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np. widok 'Dłużnicy'. Bibliotekarz nie musi pisać skomplikowanego kodu SQL. Wpisuje SELECT * FROM dłużnicy i od razu widzi listę osób z przeterminowanymi książkami i liczbą dni spóźnienia."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"Jest też funkcja składowana, która pozwala systemowi szybko sprawdzić dostępność książki po numerze ISBN."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317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"Bardzo ważnym aspektem jest bezpieczeństwo danych osobowych."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"Zastosowałem zasadę 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 Privilege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(najmniejszych uprawnień). Stworzyłem oddzielne role."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"Pracownik ma pełny dostęp, ale np. rola 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gosc_biblioteki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(używana np. w kiosku informacyjnym) widzi tylko katalog książek. Nie ma technicznej możliwości, by 'Gość' podglądnął dane osobowe innych czytelników w tabeli 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uzytkownicy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4921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"Na tym slajdzie widać dowód działania moich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triggerów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 pierwszym kroku widzimy, że po dodaniu wypożyczenia, status książki zmienił się automatycznie."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 drugim kroku celowo próbowałem oszukać system wpisując datę zwrotu z przeszłości – jak widać,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zadziałał i zablokował transakcję."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565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"Ostatni test to analityka. To zapytanie pokazuje siłę relacyjnej bazy danych."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"Łączymy trzy tabele, aby wygenerować raport najpopularniejszych kategorii. Dzięki temu dyrekcja biblioteki wie, jakie książki kupować w przyszłym roku."</a:t>
            </a:r>
          </a:p>
          <a:p>
            <a:br>
              <a:rPr lang="pl-PL" dirty="0"/>
            </a:br>
            <a:br>
              <a:rPr lang="pl-PL" dirty="0"/>
            </a:b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2514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"Podsumowując: Projekt spełnia wszystkie wymagania stawiane nowoczesnym systemom bazodanowym."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"Mamy solidną strukturę, dbamy o integralność danych, automatyzujemy procesy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triggerami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zapewniamy bezpieczeństwo poprzez podział ról."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"Dziękuję za uwagę. Czy są jakieś pytania?"</a:t>
            </a:r>
          </a:p>
          <a:p>
            <a:endParaRPr lang="pl-PL" dirty="0"/>
          </a:p>
          <a:p>
            <a:endParaRPr lang="pl-PL" dirty="0"/>
          </a:p>
          <a:p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Pytanie: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l-P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Dlaczego użyłeś </a:t>
            </a:r>
            <a:r>
              <a:rPr lang="pl-P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Triggera</a:t>
            </a:r>
            <a:r>
              <a:rPr lang="pl-P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zamiast CHECK przy datach?</a:t>
            </a:r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l-P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Bo CHECK działa tylko w obrębie jednego wiersza tej samej tabeli. A data wypożyczenia i data zwrotu są w dwóch różnych tabelach. Musiałem użyć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żeby "skoczyć" do innej tabeli po dane.</a:t>
            </a:r>
          </a:p>
          <a:p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Pytanie: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l-P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co są widoki (</a:t>
            </a:r>
            <a:r>
              <a:rPr lang="pl-PL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pl-PL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)?</a:t>
            </a:r>
            <a:endParaRPr lang="pl-P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l-P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Odp</a:t>
            </a:r>
            <a:r>
              <a:rPr lang="pl-P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Żeby uprościć życie. Zamiast pisać za każdym razem długiego JOIN-a z 4 tabel, zapisuję to raz jako widok i traktuję jak zwykłą tabelę. To też bezpieczniejsze, bo mogę dać komuś dostęp do widoku, a nie do tabel źródłowych.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941F3-E558-4BF8-B8DD-B1EB91550108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044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EE743F-2F17-327A-909C-4EB96CCD8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B0D3967-49FA-722B-8CB2-5C37B95B0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0D4ADE-51CA-3510-A811-1485FBDE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96E73E4-2492-CDF8-1016-E32C4D00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B186E9-6BB5-4D85-A672-3BBD5CBF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57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2DE89A-8BD3-F8E0-D8F4-C94FFAA7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861700-E60E-A635-6B36-4799FED2A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D4991C-4395-CB99-8ECA-EE3E7956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2E95BA0-BA93-F7F2-389B-E0245433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4075E9-9497-DDB2-8DF9-41038F59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009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063A2D-B05B-9E36-9FA7-DA6FCE84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6988CE-3F35-4F5E-507E-FB18278A2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362D18E-9E08-AAB4-33FC-CFFA74E4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5B8722-48A6-4820-A2A9-7BADFE93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40B871-EEA0-AEC2-420F-F9944F69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2185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909045-23A7-BDD4-4FCF-39C359AD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E5CA79-9039-7DCC-DAB4-C7F656A69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FA9F32-77B8-607B-C19F-BBA6C7AB5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1E6E160-BE35-A608-A6C0-B46C96D5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3B1E055-C08A-A896-1B24-E9A2BEDB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2996CEA-6417-1D05-0043-A01E9707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734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A8BD3B-6D9E-8178-70CD-BCB6B324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2A15537-E8BB-6BEE-302D-3AE23D83E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7E8212C-9B94-FD2B-DAC8-D182BC016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65403BC-661F-B97E-5297-6015737A0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C645828-D622-5C3B-7F17-A6AB5DCCB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C842053-ADFC-C3A6-80B2-B0551624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C7237B1-7FA8-E1D7-0F4E-532C2874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BA7F15B-26CE-CE57-E50C-54FDB16E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452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3194ED-34D7-86B5-9878-567B19BA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E9AF006-81F4-F0C0-9251-FCF3D1CA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F4DBBB0-C556-BCF3-AE9D-5356C74D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7F4DF9E-96B2-523B-5A7B-86CD54D0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051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A95E946-CAAD-6E49-6756-9140ADB2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AEF9CDF-288B-A961-939E-6002985E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A4453F2-8DAF-FA55-DDE7-58B90ADA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122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F30411-E430-8232-63D4-5DFC11B2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BC8F8B-1275-C987-2107-69F218C6A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EC74F82-2F8B-1E13-FB77-66F881F77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CD08FA6-42AE-E2D6-FA01-EE3074D6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6A52642-E336-072B-7F88-93FDECC2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7CA3170-0288-9F79-F18C-FB462367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168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C4A6C0-3542-D8D6-3995-33F2B75C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F6BB86C-5127-4F19-8C73-6C9535131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926818A-26DF-209B-015C-4309F862A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18BA23C-4927-5963-E4C1-187E3D2B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D0AEDB-4505-1720-02D3-5B01D7F7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14C8A03-2F74-8A2A-A207-9072A184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586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0EBBF3-29F0-768B-3FA3-60310C1D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114F96D-5B3D-EFEF-8708-2CC0C6DB8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E104DC-41A9-09FE-F05D-BF48FE51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E8A81F-E2F9-4BCD-37C3-F7A88C90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B9098B-F0FA-DCCD-D86D-35DDDA74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897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E5362E5-A2F7-A513-28D7-C850978FA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A336B45-7FE4-5F42-59DF-A195D03B5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E661015-D2C9-C7E2-5B23-3EA00F96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20A516D-FB0D-9198-2F0E-D786D7F1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42ED9C-D578-5E2A-AB56-57C667C0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015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ytuł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CD1FD3-B406-8654-E6D6-D7128825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D5EC2B9-8418-BF84-AD9D-6C6300268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609498-3A48-C3E2-0725-1C5AD77A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3C85715-F9CA-FBFC-1712-4AE90C88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576869A-08E0-30D3-EC09-6B7F663A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2579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ytuł, zawartość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699F55-0ABD-8FE0-13A3-AEF11A7D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01CF915-7A9A-C2F6-84DB-D82EEEE1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377118B-ABDD-CF99-7091-3E70AD475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A051265-DA7D-3430-3E3C-D5DE8BC6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C26D874-1F74-2A60-19D0-AC98B5B3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D4F862C-18C9-B5A8-2CAB-B449C2F2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445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B96EB10-2199-A6C9-01D8-0AC58A55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2BF7CDC-2D6D-9CD9-17FD-F330C04CC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4D510D-19A9-FB2E-36DF-56B26C682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9C7CA-AAB4-4227-8ECA-265857CA36C0}" type="datetimeFigureOut">
              <a:rPr lang="pl-PL" smtClean="0"/>
              <a:t>17.12.2025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F5AE8A-5E94-A237-AA17-E11900AF4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F1F0EA-552F-8C39-3018-8C14D5D08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0E6D2-6354-487E-B91A-BF389980D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81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Wideo 4" descr="Przewody połączone z routerem podstawowym">
            <a:extLst>
              <a:ext uri="{FF2B5EF4-FFF2-40B4-BE49-F238E27FC236}">
                <a16:creationId xmlns:a16="http://schemas.microsoft.com/office/drawing/2014/main" id="{034EA784-9D37-2966-C2A9-CA9FB059B7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01" r="1" b="18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AE4F99-2BC0-53EC-D3E9-056AB1F44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pl-PL" sz="5200" noProof="0" dirty="0">
                <a:solidFill>
                  <a:srgbClr val="FFFFFF"/>
                </a:solidFill>
              </a:rPr>
              <a:t>System Zarządzania Biblioteką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EF0562B-27C2-7926-582F-B540CC39F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23" y="4718033"/>
            <a:ext cx="10678296" cy="1175039"/>
          </a:xfrm>
        </p:spPr>
        <p:txBody>
          <a:bodyPr anchor="b">
            <a:normAutofit/>
          </a:bodyPr>
          <a:lstStyle/>
          <a:p>
            <a:pPr algn="l"/>
            <a:r>
              <a:rPr lang="pl-PL" noProof="0">
                <a:solidFill>
                  <a:srgbClr val="FFFFFF"/>
                </a:solidFill>
              </a:rPr>
              <a:t>Struktura, Automatyzacja i Bezpieczeństwo w PostgreSQL</a:t>
            </a:r>
          </a:p>
          <a:p>
            <a:pPr algn="l"/>
            <a:r>
              <a:rPr lang="pl-PL" noProof="0">
                <a:solidFill>
                  <a:srgbClr val="FFFFFF"/>
                </a:solidFill>
              </a:rPr>
              <a:t>Projekt Zaliczeniowy</a:t>
            </a:r>
          </a:p>
        </p:txBody>
      </p:sp>
    </p:spTree>
    <p:extLst>
      <p:ext uri="{BB962C8B-B14F-4D97-AF65-F5344CB8AC3E}">
        <p14:creationId xmlns:p14="http://schemas.microsoft.com/office/powerpoint/2010/main" val="312482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E8A3E2-9A61-F2A7-2572-DAF36144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pl-PL" sz="80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Struktura Danych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tekstu 2">
            <a:extLst>
              <a:ext uri="{FF2B5EF4-FFF2-40B4-BE49-F238E27FC236}">
                <a16:creationId xmlns:a16="http://schemas.microsoft.com/office/drawing/2014/main" id="{E9A89216-B875-EA9D-2EF6-23ED0ACDB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22602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818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6573AA6-9FD7-BA8A-BF59-594E321A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6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Kluczowe Relacje i Integralność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89860DEF-3701-98D6-180C-467B7E60485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9275560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620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B6541E-7A11-E207-F6B1-7295AE45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5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Wizualizacja ERD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noProof="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pic>
        <p:nvPicPr>
          <p:cNvPr id="5" name="Obraz 4" descr="Obraz zawierający tekst, diagram, Równolegle, zrzut ekranu&#10;&#10;Zawartość wygenerowana przez AI może być niepoprawna.">
            <a:extLst>
              <a:ext uri="{FF2B5EF4-FFF2-40B4-BE49-F238E27FC236}">
                <a16:creationId xmlns:a16="http://schemas.microsoft.com/office/drawing/2014/main" id="{DCF22599-DE64-A1DE-D8E1-239F67E47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599" y="391251"/>
            <a:ext cx="6947577" cy="601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4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70880E8-DC61-7485-E2F6-2D36AEF0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3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Automatyzacja: Statusy Książek</a:t>
            </a:r>
          </a:p>
        </p:txBody>
      </p:sp>
      <p:graphicFrame>
        <p:nvGraphicFramePr>
          <p:cNvPr id="5" name="Symbol zastępczy tekstu 2">
            <a:extLst>
              <a:ext uri="{FF2B5EF4-FFF2-40B4-BE49-F238E27FC236}">
                <a16:creationId xmlns:a16="http://schemas.microsoft.com/office/drawing/2014/main" id="{2BE0F5A9-3F50-D104-F652-19BD72C4A0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25181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758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BD8CD0-6F80-91C9-8AA6-01EA6017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noProof="0" dirty="0"/>
              <a:t>Zaawansowana Logika (Trigger Walidujący)</a:t>
            </a:r>
          </a:p>
        </p:txBody>
      </p:sp>
      <p:sp>
        <p:nvSpPr>
          <p:cNvPr id="16" name="Symbol zastępczy zawartości 2">
            <a:extLst>
              <a:ext uri="{FF2B5EF4-FFF2-40B4-BE49-F238E27FC236}">
                <a16:creationId xmlns:a16="http://schemas.microsoft.com/office/drawing/2014/main" id="{EBC69322-432A-9C6E-6943-D8CC667AB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7037" y="2549718"/>
            <a:ext cx="5747857" cy="355296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pl-PL" sz="1700" noProof="0" dirty="0"/>
              <a:t>Problem: Standardowy SQL nie porównuje dat między różnymi tabelami.</a:t>
            </a:r>
          </a:p>
          <a:p>
            <a:pPr marL="0" indent="0">
              <a:buNone/>
            </a:pPr>
            <a:r>
              <a:rPr lang="pl-PL" sz="1700" noProof="0" dirty="0"/>
              <a:t>Rozwiązanie: Własna funkcja :</a:t>
            </a:r>
          </a:p>
          <a:p>
            <a:pPr marL="0" indent="0">
              <a:buNone/>
            </a:pPr>
            <a:r>
              <a:rPr lang="pl-PL" sz="1700" noProof="0" dirty="0"/>
              <a:t>IF NEW.data_zwrotu &lt; v_data_wypozyczenia THEN</a:t>
            </a:r>
          </a:p>
          <a:p>
            <a:pPr marL="0" indent="0">
              <a:buNone/>
            </a:pPr>
            <a:r>
              <a:rPr lang="pl-PL" sz="1700" noProof="0" dirty="0"/>
              <a:t>RAISE EXCEPTION 'Błąd daty’;</a:t>
            </a:r>
          </a:p>
          <a:p>
            <a:pPr marL="0" indent="0">
              <a:buNone/>
            </a:pPr>
            <a:r>
              <a:rPr lang="pl-PL" sz="1700" noProof="0" dirty="0"/>
              <a:t>END IF;</a:t>
            </a:r>
          </a:p>
          <a:p>
            <a:endParaRPr lang="pl-PL" sz="1700" noProof="0" dirty="0"/>
          </a:p>
          <a:p>
            <a:pPr marL="0" indent="0">
              <a:buNone/>
            </a:pPr>
            <a:r>
              <a:rPr lang="pl-PL" sz="1700" noProof="0" dirty="0"/>
              <a:t>Efekt: System blokuje próby oddania książki z datą wsteczną.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l-PL" noProof="0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BEC67A6-6C2C-ECBE-4841-F0046A125D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71" r="34012" b="2"/>
          <a:stretch>
            <a:fillRect/>
          </a:stretch>
        </p:blipFill>
        <p:spPr>
          <a:xfrm>
            <a:off x="7761092" y="771383"/>
            <a:ext cx="3684567" cy="5311922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1" y="5800300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8D91DE60-2C2D-4D7E-A6B4-C9499017D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2623" y="612877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03869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2D6664B-4F6C-FBC6-665C-E07D7EBB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Procedury i Raportowanie</a:t>
            </a:r>
          </a:p>
        </p:txBody>
      </p:sp>
      <p:graphicFrame>
        <p:nvGraphicFramePr>
          <p:cNvPr id="5" name="Symbol zastępczy tekstu 2">
            <a:extLst>
              <a:ext uri="{FF2B5EF4-FFF2-40B4-BE49-F238E27FC236}">
                <a16:creationId xmlns:a16="http://schemas.microsoft.com/office/drawing/2014/main" id="{CA76AEA9-C2A9-4091-B7FB-2DFA62F1D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45941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269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braz zawierający czarne i białe, linia, monochromatyzm&#10;&#10;Zawartość wygenerowana przez AI może być niepoprawna.">
            <a:extLst>
              <a:ext uri="{FF2B5EF4-FFF2-40B4-BE49-F238E27FC236}">
                <a16:creationId xmlns:a16="http://schemas.microsoft.com/office/drawing/2014/main" id="{A74F4D84-4146-FC1A-1057-141E852A35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049" b="5681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11E7D85-0F26-901F-40F6-DE81FA9F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noProof="0" dirty="0"/>
              <a:t>Zasady Bezpieczeństwa (RBAC)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94C485E-97EE-A868-8FDB-DB4A35A9A0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3402232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5237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noProof="0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C91D9-660D-1542-E800-A01304B2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4000" noProof="0" dirty="0"/>
              <a:t>Scenariusze Testowe (Automatyzacja)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968C26A-A425-AF7E-D462-5FA7B1AB1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pl-PL" sz="1600" noProof="0" dirty="0"/>
              <a:t>Weryfikacja działania Triggerów:</a:t>
            </a:r>
          </a:p>
          <a:p>
            <a:endParaRPr lang="pl-PL" sz="1600" noProof="0" dirty="0"/>
          </a:p>
          <a:p>
            <a:r>
              <a:rPr lang="pl-PL" sz="1600" noProof="0" dirty="0"/>
              <a:t>Krok 1: Wypożyczenie</a:t>
            </a:r>
          </a:p>
          <a:p>
            <a:pPr marL="0"/>
            <a:r>
              <a:rPr lang="pl-PL" sz="1600" noProof="0" dirty="0"/>
              <a:t>INSERT INTO wypozyczenia ... VALUES (...);</a:t>
            </a:r>
          </a:p>
          <a:p>
            <a:pPr marL="0"/>
            <a:r>
              <a:rPr lang="pl-PL" sz="1600" noProof="0" dirty="0"/>
              <a:t>WYNIK: Status książki zmienia się na 'wypożyczony'.</a:t>
            </a:r>
          </a:p>
          <a:p>
            <a:endParaRPr lang="pl-PL" sz="1600" noProof="0" dirty="0"/>
          </a:p>
          <a:p>
            <a:r>
              <a:rPr lang="pl-PL" sz="1600" noProof="0" dirty="0"/>
              <a:t>Krok 2: Próba błędnego zwrotu</a:t>
            </a:r>
          </a:p>
          <a:p>
            <a:pPr marL="0"/>
            <a:r>
              <a:rPr lang="pl-PL" sz="1600" noProof="0" dirty="0"/>
              <a:t>INSERT INTO zwroty ... VALUES ('2020-01-01');</a:t>
            </a:r>
          </a:p>
          <a:p>
            <a:pPr marL="0"/>
            <a:r>
              <a:rPr lang="pl-PL" sz="1600" noProof="0" dirty="0"/>
              <a:t>WYNIK: BŁĄD! Trigger blokuje operację (data z przeszłości).</a:t>
            </a:r>
          </a:p>
        </p:txBody>
      </p:sp>
      <p:pic>
        <p:nvPicPr>
          <p:cNvPr id="5" name="Picture 4" descr="Ręka trzymająca pióro i cienie na arkuszu">
            <a:extLst>
              <a:ext uri="{FF2B5EF4-FFF2-40B4-BE49-F238E27FC236}">
                <a16:creationId xmlns:a16="http://schemas.microsoft.com/office/drawing/2014/main" id="{70C43281-9B5B-8C26-A7B3-40A77368C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17" r="1184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37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9D0CCE-5962-4D3C-80D6-60D3989E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Testy: Raport Analityczny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3159D35-17D4-3993-35C5-B24AE70C6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l-PL" noProof="0" dirty="0">
                <a:latin typeface="Consolas" panose="020B0609020204030204" pitchFamily="49" charset="0"/>
              </a:rPr>
              <a:t>Analiza popularności gatunków (JOIN + AGREGACJA):</a:t>
            </a:r>
          </a:p>
          <a:p>
            <a:endParaRPr lang="pl-PL" noProof="0" dirty="0">
              <a:latin typeface="Consolas" panose="020B0609020204030204" pitchFamily="49" charset="0"/>
            </a:endParaRPr>
          </a:p>
          <a:p>
            <a:r>
              <a:rPr lang="pl-PL" noProof="0" dirty="0">
                <a:latin typeface="Consolas" panose="020B0609020204030204" pitchFamily="49" charset="0"/>
              </a:rPr>
              <a:t>SELECT k.nazwa, COUNT(*) </a:t>
            </a:r>
          </a:p>
          <a:p>
            <a:r>
              <a:rPr lang="pl-PL" noProof="0" dirty="0">
                <a:latin typeface="Consolas" panose="020B0609020204030204" pitchFamily="49" charset="0"/>
              </a:rPr>
              <a:t>FROM wypozyczenia w </a:t>
            </a:r>
          </a:p>
          <a:p>
            <a:r>
              <a:rPr lang="pl-PL" noProof="0" dirty="0">
                <a:latin typeface="Consolas" panose="020B0609020204030204" pitchFamily="49" charset="0"/>
              </a:rPr>
              <a:t>JOIN ksiazki ks ON w.id = ks.id </a:t>
            </a:r>
          </a:p>
          <a:p>
            <a:r>
              <a:rPr lang="pl-PL" noProof="0" dirty="0">
                <a:latin typeface="Consolas" panose="020B0609020204030204" pitchFamily="49" charset="0"/>
              </a:rPr>
              <a:t>JOIN kategorie k ON ks.kat_id = k.id </a:t>
            </a:r>
          </a:p>
          <a:p>
            <a:r>
              <a:rPr lang="pl-PL" noProof="0" dirty="0">
                <a:latin typeface="Consolas" panose="020B0609020204030204" pitchFamily="49" charset="0"/>
              </a:rPr>
              <a:t>GROUP BY k.nazwa ORDER BY 2 DESC;</a:t>
            </a:r>
          </a:p>
          <a:p>
            <a:endParaRPr lang="pl-PL" noProof="0" dirty="0">
              <a:latin typeface="Consolas" panose="020B0609020204030204" pitchFamily="49" charset="0"/>
            </a:endParaRPr>
          </a:p>
          <a:p>
            <a:r>
              <a:rPr lang="pl-PL" noProof="0" dirty="0">
                <a:latin typeface="Consolas" panose="020B0609020204030204" pitchFamily="49" charset="0"/>
              </a:rPr>
              <a:t>Wynik: Lista najchętniej czytanych kategorii.</a:t>
            </a:r>
          </a:p>
        </p:txBody>
      </p:sp>
    </p:spTree>
    <p:extLst>
      <p:ext uri="{BB962C8B-B14F-4D97-AF65-F5344CB8AC3E}">
        <p14:creationId xmlns:p14="http://schemas.microsoft.com/office/powerpoint/2010/main" val="403100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0F219D-9FDB-892D-7370-06B20A12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Podsumowanie Projektu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304812F-3FCB-C280-9AA7-4FDE09E4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noProof="0" dirty="0"/>
              <a:t>Zrealizowane cele:</a:t>
            </a:r>
          </a:p>
          <a:p>
            <a:endParaRPr lang="pl-PL" noProof="0" dirty="0"/>
          </a:p>
          <a:p>
            <a:r>
              <a:rPr lang="pl-PL" noProof="0" dirty="0"/>
              <a:t>1. Poprawny schemat relacyjny (3NF).</a:t>
            </a:r>
          </a:p>
          <a:p>
            <a:r>
              <a:rPr lang="pl-PL" noProof="0" dirty="0"/>
              <a:t>2. Pełna integralność (FK, Constraints).</a:t>
            </a:r>
          </a:p>
          <a:p>
            <a:r>
              <a:rPr lang="pl-PL" noProof="0" dirty="0"/>
              <a:t>3. Automatyzacja (Triggery walidujące i statusowe).</a:t>
            </a:r>
          </a:p>
          <a:p>
            <a:r>
              <a:rPr lang="pl-PL" noProof="0" dirty="0"/>
              <a:t>4. Bezpieczeństwo (Role i uprawnienia).</a:t>
            </a:r>
          </a:p>
          <a:p>
            <a:r>
              <a:rPr lang="pl-PL" noProof="0" dirty="0"/>
              <a:t>5. Raportowanie (Widoki).</a:t>
            </a:r>
          </a:p>
          <a:p>
            <a:endParaRPr lang="pl-PL" noProof="0" dirty="0"/>
          </a:p>
          <a:p>
            <a:r>
              <a:rPr lang="pl-PL" noProof="0" dirty="0"/>
              <a:t>Baza jest gotowa do wdrożenia produkcyjnego.</a:t>
            </a:r>
          </a:p>
        </p:txBody>
      </p:sp>
    </p:spTree>
    <p:extLst>
      <p:ext uri="{BB962C8B-B14F-4D97-AF65-F5344CB8AC3E}">
        <p14:creationId xmlns:p14="http://schemas.microsoft.com/office/powerpoint/2010/main" val="14877053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1244</Words>
  <Application>Microsoft Office PowerPoint</Application>
  <PresentationFormat>Panoramiczny</PresentationFormat>
  <Paragraphs>131</Paragraphs>
  <Slides>11</Slides>
  <Notes>11</Notes>
  <HiddenSlides>0</HiddenSlides>
  <MMClips>1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Motyw pakietu Office</vt:lpstr>
      <vt:lpstr>System Zarządzania Biblioteką</vt:lpstr>
      <vt:lpstr>Struktura Danych</vt:lpstr>
      <vt:lpstr>Kluczowe Relacje i Integralność</vt:lpstr>
      <vt:lpstr>Wizualizacja ERD</vt:lpstr>
      <vt:lpstr>Automatyzacja: Statusy Książek</vt:lpstr>
      <vt:lpstr>Zaawansowana Logika (Trigger Walidujący)</vt:lpstr>
      <vt:lpstr>Procedury i Raportowanie</vt:lpstr>
      <vt:lpstr>Zasady Bezpieczeństwa (RBAC)</vt:lpstr>
      <vt:lpstr>Scenariusze Testowe (Automatyzacja)</vt:lpstr>
      <vt:lpstr>Testy: Raport Analityczny</vt:lpstr>
      <vt:lpstr>Podsumowanie Projektu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Stasiak</dc:creator>
  <cp:lastModifiedBy>Bartosz Stasiak</cp:lastModifiedBy>
  <cp:revision>1</cp:revision>
  <dcterms:created xsi:type="dcterms:W3CDTF">2025-12-17T16:57:03Z</dcterms:created>
  <dcterms:modified xsi:type="dcterms:W3CDTF">2025-12-17T17:06:59Z</dcterms:modified>
</cp:coreProperties>
</file>